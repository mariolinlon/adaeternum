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15"/>
  </p:notesMasterIdLst>
  <p:handoutMasterIdLst>
    <p:handoutMasterId r:id="rId16"/>
  </p:handoutMasterIdLst>
  <p:sldIdLst>
    <p:sldId id="1645" r:id="rId6"/>
    <p:sldId id="1453" r:id="rId7"/>
    <p:sldId id="506" r:id="rId8"/>
    <p:sldId id="538" r:id="rId9"/>
    <p:sldId id="883" r:id="rId10"/>
    <p:sldId id="533" r:id="rId11"/>
    <p:sldId id="1623" r:id="rId12"/>
    <p:sldId id="265" r:id="rId13"/>
    <p:sldId id="1690" r:id="rId14"/>
  </p:sldIdLst>
  <p:sldSz cx="18288000" cy="10287000"/>
  <p:notesSz cx="6797675" cy="9926638"/>
  <p:defaultTextStyle>
    <a:defPPr>
      <a:defRPr lang="uk-UA"/>
    </a:defPPr>
    <a:lvl1pPr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684213" indent="-2270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1370013" indent="-4556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2055813" indent="-6842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2741613" indent="-9128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" lastIdx="16" clrIdx="0"/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879B"/>
    <a:srgbClr val="000000"/>
    <a:srgbClr val="23AAD5"/>
    <a:srgbClr val="64D4EA"/>
    <a:srgbClr val="4CCCE6"/>
    <a:srgbClr val="6CD5EA"/>
    <a:srgbClr val="2BC3E1"/>
    <a:srgbClr val="5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 autoAdjust="0"/>
    <p:restoredTop sz="96054" autoAdjust="0"/>
  </p:normalViewPr>
  <p:slideViewPr>
    <p:cSldViewPr snapToGrid="0">
      <p:cViewPr varScale="1">
        <p:scale>
          <a:sx n="73" d="100"/>
          <a:sy n="73" d="100"/>
        </p:scale>
        <p:origin x="732" y="7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2038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E1B8304-C7B0-4DE3-2E82-DF987EE430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9D4788-2B02-0246-E69B-836E0F675E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1963482-93D7-4D7C-BC15-B1837F3A1E2B}" type="datetimeFigureOut">
              <a:rPr lang="es-ES"/>
              <a:pPr>
                <a:defRPr/>
              </a:pPr>
              <a:t>03/06/2022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3BEC74-1C10-0384-FEED-E40F1B3552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05A489-2F88-F68C-2465-6EC43D47E8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FF394E1-D334-4642-B8AA-5C1693D81E49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325DE0-17A1-D99D-7F9C-68A432A8E6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28137-16CC-8DD4-FF85-24C162059A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D545F65-0909-443C-BCF6-7D5860BA997B}" type="datetimeFigureOut">
              <a:rPr lang="uk-UA"/>
              <a:pPr>
                <a:defRPr/>
              </a:pPr>
              <a:t>03.06.2022</a:t>
            </a:fld>
            <a:endParaRPr lang="uk-UA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CA12A7-11D8-4772-427C-D4700AA6C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BAA89AE-5DDE-6DA1-E69E-849EBCCFD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uk-U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8EA2-725D-7483-CCD2-B0AAD9843B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1E2AA-4CFE-2349-63E5-EBE5A86D2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AF5261-4918-4390-B9C0-F62571109FF2}" type="slidenum">
              <a:rPr lang="uk-UA"/>
              <a:pPr>
                <a:defRPr/>
              </a:pPr>
              <a:t>‹Nº›</a:t>
            </a:fld>
            <a:endParaRPr lang="uk-U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imagen de diapositiva 1">
            <a:extLst>
              <a:ext uri="{FF2B5EF4-FFF2-40B4-BE49-F238E27FC236}">
                <a16:creationId xmlns:a16="http://schemas.microsoft.com/office/drawing/2014/main" id="{B824B30B-386B-B4E1-CB83-1728B30376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Marcador de notas 2">
            <a:extLst>
              <a:ext uri="{FF2B5EF4-FFF2-40B4-BE49-F238E27FC236}">
                <a16:creationId xmlns:a16="http://schemas.microsoft.com/office/drawing/2014/main" id="{6541F02F-8AFC-4B47-5F29-E2C7CD62B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"/>
          </a:p>
        </p:txBody>
      </p:sp>
      <p:sp>
        <p:nvSpPr>
          <p:cNvPr id="15364" name="Marcador de número de diapositiva 3">
            <a:extLst>
              <a:ext uri="{FF2B5EF4-FFF2-40B4-BE49-F238E27FC236}">
                <a16:creationId xmlns:a16="http://schemas.microsoft.com/office/drawing/2014/main" id="{545DF2BF-848B-5319-8BBA-23C84B7146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defTabSz="1370013" fontAlgn="base">
              <a:spcBef>
                <a:spcPct val="0"/>
              </a:spcBef>
              <a:spcAft>
                <a:spcPct val="0"/>
              </a:spcAft>
            </a:pPr>
            <a:fld id="{4547243F-E2FC-4499-8006-0A69DCED7A00}" type="slidenum">
              <a:rPr lang="uk-UA" altLang="es-ES" sz="1200" smtClean="0">
                <a:latin typeface="Calibri" panose="020F0502020204030204" pitchFamily="34" charset="0"/>
              </a:rPr>
              <a:pPr defTabSz="1370013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uk-UA" altLang="es-E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E83B7476-743D-CD43-5664-5C358FF80CF8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132184249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C5BE1A31-B02F-3C0B-5776-781B8E066A45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90688692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">
            <a:extLst>
              <a:ext uri="{FF2B5EF4-FFF2-40B4-BE49-F238E27FC236}">
                <a16:creationId xmlns:a16="http://schemas.microsoft.com/office/drawing/2014/main" id="{B68F354C-B8B7-BE0B-C8CC-52F7AD435624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696158152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F372A6C9-AA92-87E3-97E9-E00489A4B0C6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36328696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>
            <a:extLst>
              <a:ext uri="{FF2B5EF4-FFF2-40B4-BE49-F238E27FC236}">
                <a16:creationId xmlns:a16="http://schemas.microsoft.com/office/drawing/2014/main" id="{B2AA8FAE-BAC5-4AD8-EC77-BCC0C972D5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924083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710962"/>
      </p:ext>
    </p:extLst>
  </p:cSld>
  <p:clrMapOvr>
    <a:masterClrMapping/>
  </p:clrMapOvr>
  <p:transition spd="slow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7E08C069-2E04-E41F-8B5D-4F08B654C6E0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978561360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53752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E29FDE-82EE-0320-8CB4-3ED0E2A3A633}"/>
              </a:ext>
            </a:extLst>
          </p:cNvPr>
          <p:cNvCxnSpPr/>
          <p:nvPr userDrawn="1"/>
        </p:nvCxnSpPr>
        <p:spPr>
          <a:xfrm>
            <a:off x="16744950" y="9186863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D0226389-8143-FF60-655F-89472ACA3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92613" y="9072563"/>
            <a:ext cx="1733550" cy="92392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defTabSz="1371408" eaLnBrk="1" fontAlgn="auto" hangingPunct="1">
              <a:spcBef>
                <a:spcPts val="0"/>
              </a:spcBef>
              <a:spcAft>
                <a:spcPts val="0"/>
              </a:spcAft>
              <a:defRPr lang="uk-UA" sz="27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s-ES_tradnl"/>
              <a:t>Pag.</a:t>
            </a:r>
          </a:p>
          <a:p>
            <a:pPr>
              <a:defRPr/>
            </a:pPr>
            <a:fld id="{815C4DD7-7980-4064-A469-744EEDB05391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  <p:pic>
        <p:nvPicPr>
          <p:cNvPr id="1028" name="Imagen 2" descr="Texto&#10;&#10;Descripción generada automáticamente">
            <a:extLst>
              <a:ext uri="{FF2B5EF4-FFF2-40B4-BE49-F238E27FC236}">
                <a16:creationId xmlns:a16="http://schemas.microsoft.com/office/drawing/2014/main" id="{46788E73-FAAA-393C-A4D3-37900BF87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9255125"/>
            <a:ext cx="3317875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CFAAED91-A257-BDC5-7C1A-E122E6E0FD82}"/>
              </a:ext>
            </a:extLst>
          </p:cNvPr>
          <p:cNvSpPr/>
          <p:nvPr/>
        </p:nvSpPr>
        <p:spPr>
          <a:xfrm>
            <a:off x="0" y="0"/>
            <a:ext cx="18288000" cy="900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sz="8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4D73071-7C9B-9C1B-BFA7-9C5A179613F4}"/>
              </a:ext>
            </a:extLst>
          </p:cNvPr>
          <p:cNvSpPr/>
          <p:nvPr/>
        </p:nvSpPr>
        <p:spPr>
          <a:xfrm>
            <a:off x="0" y="9040813"/>
            <a:ext cx="18288000" cy="124618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9F337191-5667-E6C7-8B81-E8B756E491FD}"/>
              </a:ext>
            </a:extLst>
          </p:cNvPr>
          <p:cNvSpPr txBox="1"/>
          <p:nvPr/>
        </p:nvSpPr>
        <p:spPr>
          <a:xfrm>
            <a:off x="2673350" y="2749550"/>
            <a:ext cx="12941300" cy="3016250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Título del </a:t>
            </a:r>
          </a:p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trabajo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B398E961-200D-1B5E-FC72-7FEC3BA92C03}"/>
              </a:ext>
            </a:extLst>
          </p:cNvPr>
          <p:cNvSpPr txBox="1"/>
          <p:nvPr/>
        </p:nvSpPr>
        <p:spPr>
          <a:xfrm>
            <a:off x="307975" y="6381750"/>
            <a:ext cx="17795875" cy="6461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Nombre y apellidos del estudiante</a:t>
            </a:r>
          </a:p>
        </p:txBody>
      </p:sp>
      <p:grpSp>
        <p:nvGrpSpPr>
          <p:cNvPr id="10246" name="Agrupar 33">
            <a:extLst>
              <a:ext uri="{FF2B5EF4-FFF2-40B4-BE49-F238E27FC236}">
                <a16:creationId xmlns:a16="http://schemas.microsoft.com/office/drawing/2014/main" id="{680773F2-FF35-A429-F509-E3699711D1E9}"/>
              </a:ext>
            </a:extLst>
          </p:cNvPr>
          <p:cNvGrpSpPr>
            <a:grpSpLocks/>
          </p:cNvGrpSpPr>
          <p:nvPr/>
        </p:nvGrpSpPr>
        <p:grpSpPr bwMode="auto">
          <a:xfrm>
            <a:off x="4294188" y="2455863"/>
            <a:ext cx="795337" cy="708025"/>
            <a:chOff x="1406133" y="686869"/>
            <a:chExt cx="2648037" cy="2353739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C5B2D7E-6A28-632A-553D-F0DB71932BE5}"/>
                </a:ext>
              </a:extLst>
            </p:cNvPr>
            <p:cNvCxnSpPr/>
            <p:nvPr/>
          </p:nvCxnSpPr>
          <p:spPr>
            <a:xfrm>
              <a:off x="1406133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DB608357-9F3B-D0C1-7F32-31EC7ED2ACB4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7" name="Agrupar 36">
            <a:extLst>
              <a:ext uri="{FF2B5EF4-FFF2-40B4-BE49-F238E27FC236}">
                <a16:creationId xmlns:a16="http://schemas.microsoft.com/office/drawing/2014/main" id="{5BB730AD-E9A2-EE43-5759-3C6221857709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3157200" y="5581650"/>
            <a:ext cx="795338" cy="708025"/>
            <a:chOff x="1406133" y="686869"/>
            <a:chExt cx="2648037" cy="2353739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5F90948D-DBD0-84CD-DE6C-ED2BEA92339D}"/>
                </a:ext>
              </a:extLst>
            </p:cNvPr>
            <p:cNvCxnSpPr/>
            <p:nvPr/>
          </p:nvCxnSpPr>
          <p:spPr>
            <a:xfrm>
              <a:off x="1395562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0034FAC-F5A8-079A-5916-115D7B1FB358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48" name="Imagen 2" descr="Texto&#10;&#10;Descripción generada automáticamente">
            <a:extLst>
              <a:ext uri="{FF2B5EF4-FFF2-40B4-BE49-F238E27FC236}">
                <a16:creationId xmlns:a16="http://schemas.microsoft.com/office/drawing/2014/main" id="{7D1D7368-8D55-5A8A-F340-4F7F34B16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924718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62D4B4-670A-5395-E668-407FE330D8DE}"/>
              </a:ext>
            </a:extLst>
          </p:cNvPr>
          <p:cNvSpPr/>
          <p:nvPr/>
        </p:nvSpPr>
        <p:spPr>
          <a:xfrm rot="5400000" flipH="1" flipV="1">
            <a:off x="-571500" y="571500"/>
            <a:ext cx="10287000" cy="9144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4E157-06EF-E4CB-A4FB-72DEA973CE3B}"/>
              </a:ext>
            </a:extLst>
          </p:cNvPr>
          <p:cNvSpPr txBox="1"/>
          <p:nvPr/>
        </p:nvSpPr>
        <p:spPr>
          <a:xfrm>
            <a:off x="10340975" y="3443288"/>
            <a:ext cx="6618288" cy="76993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01 –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71281-C8D9-49F0-2E6F-E2044AE03C9E}"/>
              </a:ext>
            </a:extLst>
          </p:cNvPr>
          <p:cNvSpPr txBox="1"/>
          <p:nvPr/>
        </p:nvSpPr>
        <p:spPr>
          <a:xfrm>
            <a:off x="10340975" y="4225925"/>
            <a:ext cx="8396288" cy="768350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02 - 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6DF55-AD7D-A142-E5AC-E2C2A40A8CBC}"/>
              </a:ext>
            </a:extLst>
          </p:cNvPr>
          <p:cNvSpPr txBox="1"/>
          <p:nvPr/>
        </p:nvSpPr>
        <p:spPr>
          <a:xfrm>
            <a:off x="10340975" y="5006975"/>
            <a:ext cx="7623175" cy="769938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03 - 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</a:t>
            </a:r>
            <a:r>
              <a:rPr lang="es-ES_tradnl" sz="4400" b="1" dirty="0">
                <a:latin typeface="+mn-lt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0F15C9-E643-1A67-1C48-BF24149CFC2C}"/>
              </a:ext>
            </a:extLst>
          </p:cNvPr>
          <p:cNvSpPr txBox="1"/>
          <p:nvPr/>
        </p:nvSpPr>
        <p:spPr>
          <a:xfrm>
            <a:off x="10340975" y="5789613"/>
            <a:ext cx="7693025" cy="76993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04 - 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04A08-9DA5-B05A-06BF-9E685E8EAD2D}"/>
              </a:ext>
            </a:extLst>
          </p:cNvPr>
          <p:cNvSpPr txBox="1"/>
          <p:nvPr/>
        </p:nvSpPr>
        <p:spPr>
          <a:xfrm>
            <a:off x="685800" y="4213225"/>
            <a:ext cx="7772400" cy="18462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1140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ÍNDICE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7254875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Apartado 01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Nombre del apartado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123D5-6068-02C6-D22A-20BA59E14EE6}"/>
              </a:ext>
            </a:extLst>
          </p:cNvPr>
          <p:cNvSpPr/>
          <p:nvPr/>
        </p:nvSpPr>
        <p:spPr>
          <a:xfrm>
            <a:off x="2286000" y="4302125"/>
            <a:ext cx="13716000" cy="4092575"/>
          </a:xfrm>
          <a:prstGeom prst="rect">
            <a:avLst/>
          </a:prstGeom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Aconsectetuer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adipiscing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elit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Maecenas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porttitor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congue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massa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Fusce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posuere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magna sed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pulvinar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ultricies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purus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malesuada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libero,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amet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commodo magna eros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quis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urna. Nunc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viverra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imperdiet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enim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Fusce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est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Vivamus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a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tellus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Pellentesque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habitant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morbi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tristique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senectus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malesuada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fames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turpis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egestas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Proin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pharetra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nonummy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pede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Mauris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orci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_tradnl" sz="2000" dirty="0">
              <a:solidFill>
                <a:schemeClr val="tx2"/>
              </a:solidFill>
              <a:latin typeface="+mj-lt"/>
            </a:endParaRP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Aenean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lorem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In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porttitor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laoreet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nonummy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augue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Suspendisse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dui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purus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scelerisque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at,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vulputate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vitae,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pretium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mattis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nunc.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Mauris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at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venenatis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eleifend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Ut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nonummy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Fusce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aliquet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pede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non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pede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Suspendisse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dapibus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lorem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pellentesque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magna.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Integer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nulla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_tradnl" sz="2000" dirty="0">
              <a:solidFill>
                <a:schemeClr val="tx2"/>
              </a:solidFill>
              <a:latin typeface="+mj-lt"/>
            </a:endParaRP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blandit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feugiat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ligula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hendrerit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felis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imperdiet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euismod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purus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ipsum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pretium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metus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in lacinia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nulla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nisl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sapien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ut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est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in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consequat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consequat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Etiam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dui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Aliquam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erat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volutpat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Sed at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lorem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in nunc porta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tristique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Proin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augue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Quisque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aliquam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tempor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magna.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Pellentesque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habitant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morbi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tristique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senectus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malesuada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fames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turpis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egestas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212C6A-608F-613C-763C-95E39BA287AA}"/>
              </a:ext>
            </a:extLst>
          </p:cNvPr>
          <p:cNvSpPr/>
          <p:nvPr/>
        </p:nvSpPr>
        <p:spPr>
          <a:xfrm>
            <a:off x="2286000" y="2370138"/>
            <a:ext cx="15087600" cy="1616075"/>
          </a:xfrm>
          <a:prstGeom prst="rect">
            <a:avLst/>
          </a:prstGeom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dirty="0" err="1">
                <a:solidFill>
                  <a:srgbClr val="00566C"/>
                </a:solidFill>
                <a:latin typeface="+mj-lt"/>
              </a:rPr>
              <a:t>Lorem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ipsum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dolor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sit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amet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,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consectetur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adipisicing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elit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, sed do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eiusmod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tempor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incididunt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_tradnl" sz="2400" dirty="0">
                <a:solidFill>
                  <a:schemeClr val="accent2"/>
                </a:solidFill>
                <a:latin typeface="+mj-lt"/>
              </a:rPr>
              <a:t>–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Lorem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ipsum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dolor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sit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amet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,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consectetur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adipisicing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elit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, sed do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eiusmod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tempor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incididunt</a:t>
            </a:r>
            <a:endParaRPr lang="es-ES_tradnl" sz="24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3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4AC-0242-C393-575C-E8973F63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listas con iconos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DAFO</a:t>
            </a:r>
          </a:p>
        </p:txBody>
      </p:sp>
      <p:grpSp>
        <p:nvGrpSpPr>
          <p:cNvPr id="13315" name="Group 58">
            <a:extLst>
              <a:ext uri="{FF2B5EF4-FFF2-40B4-BE49-F238E27FC236}">
                <a16:creationId xmlns:a16="http://schemas.microsoft.com/office/drawing/2014/main" id="{8EAC4C2E-375E-A813-1C5C-076610D972CE}"/>
              </a:ext>
            </a:extLst>
          </p:cNvPr>
          <p:cNvGrpSpPr>
            <a:grpSpLocks/>
          </p:cNvGrpSpPr>
          <p:nvPr/>
        </p:nvGrpSpPr>
        <p:grpSpPr bwMode="auto">
          <a:xfrm>
            <a:off x="1370013" y="2933700"/>
            <a:ext cx="3694112" cy="4989513"/>
            <a:chOff x="1369272" y="3290036"/>
            <a:chExt cx="3694493" cy="498996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10A3DA-FB22-367C-6E60-7F5E2B729E57}"/>
                </a:ext>
              </a:extLst>
            </p:cNvPr>
            <p:cNvSpPr txBox="1"/>
            <p:nvPr/>
          </p:nvSpPr>
          <p:spPr>
            <a:xfrm>
              <a:off x="1369272" y="4104498"/>
              <a:ext cx="3694493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chemeClr val="accent1"/>
                  </a:solidFill>
                  <a:latin typeface="+mj-lt"/>
                </a:rPr>
                <a:t>strengths</a:t>
              </a:r>
            </a:p>
          </p:txBody>
        </p:sp>
        <p:sp>
          <p:nvSpPr>
            <p:cNvPr id="13328" name="Freeform 122">
              <a:extLst>
                <a:ext uri="{FF2B5EF4-FFF2-40B4-BE49-F238E27FC236}">
                  <a16:creationId xmlns:a16="http://schemas.microsoft.com/office/drawing/2014/main" id="{89097637-F475-2103-1769-02A34896F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9272" y="3290036"/>
              <a:ext cx="628506" cy="628506"/>
            </a:xfrm>
            <a:custGeom>
              <a:avLst/>
              <a:gdLst>
                <a:gd name="T0" fmla="*/ 2147483646 w 176"/>
                <a:gd name="T1" fmla="*/ 663127396 h 176"/>
                <a:gd name="T2" fmla="*/ 2147483646 w 176"/>
                <a:gd name="T3" fmla="*/ 637622908 h 176"/>
                <a:gd name="T4" fmla="*/ 2147483646 w 176"/>
                <a:gd name="T5" fmla="*/ 637622908 h 176"/>
                <a:gd name="T6" fmla="*/ 2147483646 w 176"/>
                <a:gd name="T7" fmla="*/ 624870664 h 176"/>
                <a:gd name="T8" fmla="*/ 2147483646 w 176"/>
                <a:gd name="T9" fmla="*/ 624870664 h 176"/>
                <a:gd name="T10" fmla="*/ 1619559972 w 176"/>
                <a:gd name="T11" fmla="*/ 25504488 h 176"/>
                <a:gd name="T12" fmla="*/ 1619559972 w 176"/>
                <a:gd name="T13" fmla="*/ 25504488 h 176"/>
                <a:gd name="T14" fmla="*/ 1581303241 w 176"/>
                <a:gd name="T15" fmla="*/ 0 h 176"/>
                <a:gd name="T16" fmla="*/ 663127396 w 176"/>
                <a:gd name="T17" fmla="*/ 0 h 176"/>
                <a:gd name="T18" fmla="*/ 624870664 w 176"/>
                <a:gd name="T19" fmla="*/ 25504488 h 176"/>
                <a:gd name="T20" fmla="*/ 624870664 w 176"/>
                <a:gd name="T21" fmla="*/ 25504488 h 176"/>
                <a:gd name="T22" fmla="*/ 12752244 w 176"/>
                <a:gd name="T23" fmla="*/ 624870664 h 176"/>
                <a:gd name="T24" fmla="*/ 12752244 w 176"/>
                <a:gd name="T25" fmla="*/ 624870664 h 176"/>
                <a:gd name="T26" fmla="*/ 12752244 w 176"/>
                <a:gd name="T27" fmla="*/ 637622908 h 176"/>
                <a:gd name="T28" fmla="*/ 12752244 w 176"/>
                <a:gd name="T29" fmla="*/ 637622908 h 176"/>
                <a:gd name="T30" fmla="*/ 0 w 176"/>
                <a:gd name="T31" fmla="*/ 663127396 h 176"/>
                <a:gd name="T32" fmla="*/ 12752244 w 176"/>
                <a:gd name="T33" fmla="*/ 688631884 h 176"/>
                <a:gd name="T34" fmla="*/ 12752244 w 176"/>
                <a:gd name="T35" fmla="*/ 701384128 h 176"/>
                <a:gd name="T36" fmla="*/ 1083958587 w 176"/>
                <a:gd name="T37" fmla="*/ 2147483646 h 176"/>
                <a:gd name="T38" fmla="*/ 1083958587 w 176"/>
                <a:gd name="T39" fmla="*/ 2147483646 h 176"/>
                <a:gd name="T40" fmla="*/ 1122215318 w 176"/>
                <a:gd name="T41" fmla="*/ 2147483646 h 176"/>
                <a:gd name="T42" fmla="*/ 1160472050 w 176"/>
                <a:gd name="T43" fmla="*/ 2147483646 h 176"/>
                <a:gd name="T44" fmla="*/ 1160472050 w 176"/>
                <a:gd name="T45" fmla="*/ 2147483646 h 176"/>
                <a:gd name="T46" fmla="*/ 2147483646 w 176"/>
                <a:gd name="T47" fmla="*/ 701384128 h 176"/>
                <a:gd name="T48" fmla="*/ 2147483646 w 176"/>
                <a:gd name="T49" fmla="*/ 688631884 h 176"/>
                <a:gd name="T50" fmla="*/ 2147483646 w 176"/>
                <a:gd name="T51" fmla="*/ 663127396 h 176"/>
                <a:gd name="T52" fmla="*/ 1555798753 w 176"/>
                <a:gd name="T53" fmla="*/ 102017951 h 176"/>
                <a:gd name="T54" fmla="*/ 2065895651 w 176"/>
                <a:gd name="T55" fmla="*/ 612118420 h 176"/>
                <a:gd name="T56" fmla="*/ 1606807729 w 176"/>
                <a:gd name="T57" fmla="*/ 612118420 h 176"/>
                <a:gd name="T58" fmla="*/ 1351759280 w 176"/>
                <a:gd name="T59" fmla="*/ 102017951 h 176"/>
                <a:gd name="T60" fmla="*/ 1555798753 w 176"/>
                <a:gd name="T61" fmla="*/ 102017951 h 176"/>
                <a:gd name="T62" fmla="*/ 1249741328 w 176"/>
                <a:gd name="T63" fmla="*/ 102017951 h 176"/>
                <a:gd name="T64" fmla="*/ 1504789777 w 176"/>
                <a:gd name="T65" fmla="*/ 612118420 h 176"/>
                <a:gd name="T66" fmla="*/ 739640859 w 176"/>
                <a:gd name="T67" fmla="*/ 612118420 h 176"/>
                <a:gd name="T68" fmla="*/ 994689308 w 176"/>
                <a:gd name="T69" fmla="*/ 102017951 h 176"/>
                <a:gd name="T70" fmla="*/ 1249741328 w 176"/>
                <a:gd name="T71" fmla="*/ 102017951 h 176"/>
                <a:gd name="T72" fmla="*/ 688631884 w 176"/>
                <a:gd name="T73" fmla="*/ 102017951 h 176"/>
                <a:gd name="T74" fmla="*/ 892671357 w 176"/>
                <a:gd name="T75" fmla="*/ 102017951 h 176"/>
                <a:gd name="T76" fmla="*/ 637622908 w 176"/>
                <a:gd name="T77" fmla="*/ 612118420 h 176"/>
                <a:gd name="T78" fmla="*/ 178534986 w 176"/>
                <a:gd name="T79" fmla="*/ 612118420 h 176"/>
                <a:gd name="T80" fmla="*/ 688631884 w 176"/>
                <a:gd name="T81" fmla="*/ 102017951 h 176"/>
                <a:gd name="T82" fmla="*/ 153030498 w 176"/>
                <a:gd name="T83" fmla="*/ 714136371 h 176"/>
                <a:gd name="T84" fmla="*/ 624870664 w 176"/>
                <a:gd name="T85" fmla="*/ 714136371 h 176"/>
                <a:gd name="T86" fmla="*/ 981937064 w 176"/>
                <a:gd name="T87" fmla="*/ 1900112909 h 176"/>
                <a:gd name="T88" fmla="*/ 153030498 w 176"/>
                <a:gd name="T89" fmla="*/ 714136371 h 176"/>
                <a:gd name="T90" fmla="*/ 1122215318 w 176"/>
                <a:gd name="T91" fmla="*/ 2014886675 h 176"/>
                <a:gd name="T92" fmla="*/ 726888615 w 176"/>
                <a:gd name="T93" fmla="*/ 714136371 h 176"/>
                <a:gd name="T94" fmla="*/ 1517542021 w 176"/>
                <a:gd name="T95" fmla="*/ 714136371 h 176"/>
                <a:gd name="T96" fmla="*/ 1122215318 w 176"/>
                <a:gd name="T97" fmla="*/ 2014886675 h 176"/>
                <a:gd name="T98" fmla="*/ 1262493572 w 176"/>
                <a:gd name="T99" fmla="*/ 1900112909 h 176"/>
                <a:gd name="T100" fmla="*/ 1619559972 w 176"/>
                <a:gd name="T101" fmla="*/ 714136371 h 176"/>
                <a:gd name="T102" fmla="*/ 2091400139 w 176"/>
                <a:gd name="T103" fmla="*/ 714136371 h 176"/>
                <a:gd name="T104" fmla="*/ 1262493572 w 176"/>
                <a:gd name="T105" fmla="*/ 1900112909 h 1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76" h="176">
                  <a:moveTo>
                    <a:pt x="176" y="52"/>
                  </a:moveTo>
                  <a:cubicBezTo>
                    <a:pt x="176" y="51"/>
                    <a:pt x="176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6" y="1"/>
                    <a:pt x="125" y="0"/>
                    <a:pt x="12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0" y="1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3"/>
                    <a:pt x="0" y="54"/>
                    <a:pt x="1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4"/>
                    <a:pt x="85" y="174"/>
                    <a:pt x="85" y="174"/>
                  </a:cubicBezTo>
                  <a:cubicBezTo>
                    <a:pt x="86" y="175"/>
                    <a:pt x="87" y="176"/>
                    <a:pt x="88" y="176"/>
                  </a:cubicBezTo>
                  <a:cubicBezTo>
                    <a:pt x="89" y="176"/>
                    <a:pt x="90" y="175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6" y="54"/>
                    <a:pt x="176" y="53"/>
                    <a:pt x="176" y="52"/>
                  </a:cubicBezTo>
                  <a:moveTo>
                    <a:pt x="122" y="8"/>
                  </a:moveTo>
                  <a:cubicBezTo>
                    <a:pt x="162" y="48"/>
                    <a:pt x="162" y="48"/>
                    <a:pt x="162" y="48"/>
                  </a:cubicBezTo>
                  <a:cubicBezTo>
                    <a:pt x="126" y="48"/>
                    <a:pt x="126" y="48"/>
                    <a:pt x="126" y="48"/>
                  </a:cubicBezTo>
                  <a:cubicBezTo>
                    <a:pt x="106" y="8"/>
                    <a:pt x="106" y="8"/>
                    <a:pt x="106" y="8"/>
                  </a:cubicBezTo>
                  <a:lnTo>
                    <a:pt x="122" y="8"/>
                  </a:lnTo>
                  <a:close/>
                  <a:moveTo>
                    <a:pt x="98" y="8"/>
                  </a:moveTo>
                  <a:cubicBezTo>
                    <a:pt x="118" y="48"/>
                    <a:pt x="118" y="48"/>
                    <a:pt x="11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78" y="8"/>
                    <a:pt x="78" y="8"/>
                    <a:pt x="78" y="8"/>
                  </a:cubicBezTo>
                  <a:lnTo>
                    <a:pt x="98" y="8"/>
                  </a:lnTo>
                  <a:close/>
                  <a:moveTo>
                    <a:pt x="54" y="8"/>
                  </a:moveTo>
                  <a:cubicBezTo>
                    <a:pt x="70" y="8"/>
                    <a:pt x="70" y="8"/>
                    <a:pt x="70" y="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14" y="48"/>
                    <a:pt x="14" y="48"/>
                    <a:pt x="14" y="48"/>
                  </a:cubicBezTo>
                  <a:lnTo>
                    <a:pt x="54" y="8"/>
                  </a:lnTo>
                  <a:close/>
                  <a:moveTo>
                    <a:pt x="12" y="56"/>
                  </a:moveTo>
                  <a:cubicBezTo>
                    <a:pt x="49" y="56"/>
                    <a:pt x="49" y="56"/>
                    <a:pt x="49" y="56"/>
                  </a:cubicBezTo>
                  <a:cubicBezTo>
                    <a:pt x="77" y="149"/>
                    <a:pt x="77" y="149"/>
                    <a:pt x="77" y="149"/>
                  </a:cubicBezTo>
                  <a:lnTo>
                    <a:pt x="12" y="56"/>
                  </a:lnTo>
                  <a:close/>
                  <a:moveTo>
                    <a:pt x="88" y="158"/>
                  </a:moveTo>
                  <a:cubicBezTo>
                    <a:pt x="57" y="56"/>
                    <a:pt x="57" y="56"/>
                    <a:pt x="57" y="56"/>
                  </a:cubicBezTo>
                  <a:cubicBezTo>
                    <a:pt x="119" y="56"/>
                    <a:pt x="119" y="56"/>
                    <a:pt x="119" y="56"/>
                  </a:cubicBezTo>
                  <a:lnTo>
                    <a:pt x="88" y="158"/>
                  </a:lnTo>
                  <a:close/>
                  <a:moveTo>
                    <a:pt x="99" y="149"/>
                  </a:moveTo>
                  <a:cubicBezTo>
                    <a:pt x="127" y="56"/>
                    <a:pt x="127" y="56"/>
                    <a:pt x="127" y="56"/>
                  </a:cubicBezTo>
                  <a:cubicBezTo>
                    <a:pt x="164" y="56"/>
                    <a:pt x="164" y="56"/>
                    <a:pt x="164" y="56"/>
                  </a:cubicBezTo>
                  <a:lnTo>
                    <a:pt x="99" y="1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9" name="TextBox 52">
              <a:extLst>
                <a:ext uri="{FF2B5EF4-FFF2-40B4-BE49-F238E27FC236}">
                  <a16:creationId xmlns:a16="http://schemas.microsoft.com/office/drawing/2014/main" id="{9A2D1223-91DF-F1FE-0F66-AA6C25D32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272" y="5094513"/>
              <a:ext cx="3583727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Maecenas porttitor congue massa.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Fusce posuere, magna sed pulvinar ultricies, purus lectus malesuada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purna. 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B93D08-7EEF-7AEE-D61F-80B83FB3F12C}"/>
              </a:ext>
            </a:extLst>
          </p:cNvPr>
          <p:cNvSpPr txBox="1"/>
          <p:nvPr/>
        </p:nvSpPr>
        <p:spPr>
          <a:xfrm>
            <a:off x="5357813" y="3709988"/>
            <a:ext cx="3640137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00566C"/>
                </a:solidFill>
                <a:latin typeface="+mj-lt"/>
              </a:rPr>
              <a:t>weaknesses</a:t>
            </a:r>
          </a:p>
        </p:txBody>
      </p:sp>
      <p:sp>
        <p:nvSpPr>
          <p:cNvPr id="47" name="Freeform 441">
            <a:extLst>
              <a:ext uri="{FF2B5EF4-FFF2-40B4-BE49-F238E27FC236}">
                <a16:creationId xmlns:a16="http://schemas.microsoft.com/office/drawing/2014/main" id="{ED40024D-125D-4961-C712-28F6A0A8AB19}"/>
              </a:ext>
            </a:extLst>
          </p:cNvPr>
          <p:cNvSpPr>
            <a:spLocks noEditPoints="1"/>
          </p:cNvSpPr>
          <p:nvPr/>
        </p:nvSpPr>
        <p:spPr bwMode="auto">
          <a:xfrm>
            <a:off x="5357813" y="2933700"/>
            <a:ext cx="573087" cy="573088"/>
          </a:xfrm>
          <a:custGeom>
            <a:avLst/>
            <a:gdLst>
              <a:gd name="T0" fmla="*/ 176 w 176"/>
              <a:gd name="T1" fmla="*/ 52 h 176"/>
              <a:gd name="T2" fmla="*/ 124 w 176"/>
              <a:gd name="T3" fmla="*/ 0 h 176"/>
              <a:gd name="T4" fmla="*/ 88 w 176"/>
              <a:gd name="T5" fmla="*/ 15 h 176"/>
              <a:gd name="T6" fmla="*/ 52 w 176"/>
              <a:gd name="T7" fmla="*/ 0 h 176"/>
              <a:gd name="T8" fmla="*/ 0 w 176"/>
              <a:gd name="T9" fmla="*/ 52 h 176"/>
              <a:gd name="T10" fmla="*/ 0 w 176"/>
              <a:gd name="T11" fmla="*/ 58 h 176"/>
              <a:gd name="T12" fmla="*/ 88 w 176"/>
              <a:gd name="T13" fmla="*/ 176 h 176"/>
              <a:gd name="T14" fmla="*/ 176 w 176"/>
              <a:gd name="T15" fmla="*/ 58 h 176"/>
              <a:gd name="T16" fmla="*/ 176 w 176"/>
              <a:gd name="T17" fmla="*/ 52 h 176"/>
              <a:gd name="T18" fmla="*/ 168 w 176"/>
              <a:gd name="T19" fmla="*/ 57 h 176"/>
              <a:gd name="T20" fmla="*/ 88 w 176"/>
              <a:gd name="T21" fmla="*/ 167 h 176"/>
              <a:gd name="T22" fmla="*/ 8 w 176"/>
              <a:gd name="T23" fmla="*/ 57 h 176"/>
              <a:gd name="T24" fmla="*/ 8 w 176"/>
              <a:gd name="T25" fmla="*/ 52 h 176"/>
              <a:gd name="T26" fmla="*/ 52 w 176"/>
              <a:gd name="T27" fmla="*/ 8 h 176"/>
              <a:gd name="T28" fmla="*/ 82 w 176"/>
              <a:gd name="T29" fmla="*/ 20 h 176"/>
              <a:gd name="T30" fmla="*/ 86 w 176"/>
              <a:gd name="T31" fmla="*/ 24 h 176"/>
              <a:gd name="T32" fmla="*/ 72 w 176"/>
              <a:gd name="T33" fmla="*/ 56 h 176"/>
              <a:gd name="T34" fmla="*/ 92 w 176"/>
              <a:gd name="T35" fmla="*/ 80 h 176"/>
              <a:gd name="T36" fmla="*/ 76 w 176"/>
              <a:gd name="T37" fmla="*/ 116 h 176"/>
              <a:gd name="T38" fmla="*/ 88 w 176"/>
              <a:gd name="T39" fmla="*/ 136 h 176"/>
              <a:gd name="T40" fmla="*/ 85 w 176"/>
              <a:gd name="T41" fmla="*/ 116 h 176"/>
              <a:gd name="T42" fmla="*/ 101 w 176"/>
              <a:gd name="T43" fmla="*/ 78 h 176"/>
              <a:gd name="T44" fmla="*/ 82 w 176"/>
              <a:gd name="T45" fmla="*/ 55 h 176"/>
              <a:gd name="T46" fmla="*/ 98 w 176"/>
              <a:gd name="T47" fmla="*/ 16 h 176"/>
              <a:gd name="T48" fmla="*/ 124 w 176"/>
              <a:gd name="T49" fmla="*/ 8 h 176"/>
              <a:gd name="T50" fmla="*/ 168 w 176"/>
              <a:gd name="T51" fmla="*/ 52 h 176"/>
              <a:gd name="T52" fmla="*/ 168 w 176"/>
              <a:gd name="T53" fmla="*/ 5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176" y="52"/>
                </a:moveTo>
                <a:cubicBezTo>
                  <a:pt x="176" y="23"/>
                  <a:pt x="153" y="0"/>
                  <a:pt x="124" y="0"/>
                </a:cubicBezTo>
                <a:cubicBezTo>
                  <a:pt x="110" y="0"/>
                  <a:pt x="97" y="6"/>
                  <a:pt x="88" y="15"/>
                </a:cubicBezTo>
                <a:cubicBezTo>
                  <a:pt x="79" y="6"/>
                  <a:pt x="66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55"/>
                  <a:pt x="1" y="59"/>
                  <a:pt x="0" y="58"/>
                </a:cubicBezTo>
                <a:cubicBezTo>
                  <a:pt x="6" y="109"/>
                  <a:pt x="80" y="176"/>
                  <a:pt x="88" y="176"/>
                </a:cubicBezTo>
                <a:cubicBezTo>
                  <a:pt x="96" y="176"/>
                  <a:pt x="170" y="109"/>
                  <a:pt x="176" y="58"/>
                </a:cubicBezTo>
                <a:cubicBezTo>
                  <a:pt x="175" y="59"/>
                  <a:pt x="176" y="55"/>
                  <a:pt x="176" y="52"/>
                </a:cubicBezTo>
                <a:moveTo>
                  <a:pt x="168" y="57"/>
                </a:moveTo>
                <a:cubicBezTo>
                  <a:pt x="163" y="100"/>
                  <a:pt x="103" y="158"/>
                  <a:pt x="88" y="167"/>
                </a:cubicBezTo>
                <a:cubicBezTo>
                  <a:pt x="73" y="158"/>
                  <a:pt x="13" y="100"/>
                  <a:pt x="8" y="57"/>
                </a:cubicBezTo>
                <a:cubicBezTo>
                  <a:pt x="8" y="57"/>
                  <a:pt x="8" y="55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63" y="8"/>
                  <a:pt x="74" y="12"/>
                  <a:pt x="82" y="20"/>
                </a:cubicBezTo>
                <a:cubicBezTo>
                  <a:pt x="86" y="24"/>
                  <a:pt x="86" y="24"/>
                  <a:pt x="86" y="24"/>
                </a:cubicBezTo>
                <a:cubicBezTo>
                  <a:pt x="72" y="56"/>
                  <a:pt x="72" y="56"/>
                  <a:pt x="72" y="56"/>
                </a:cubicBezTo>
                <a:cubicBezTo>
                  <a:pt x="92" y="80"/>
                  <a:pt x="92" y="80"/>
                  <a:pt x="92" y="80"/>
                </a:cubicBezTo>
                <a:cubicBezTo>
                  <a:pt x="76" y="116"/>
                  <a:pt x="76" y="116"/>
                  <a:pt x="76" y="116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101" y="78"/>
                  <a:pt x="101" y="78"/>
                  <a:pt x="101" y="78"/>
                </a:cubicBezTo>
                <a:cubicBezTo>
                  <a:pt x="82" y="55"/>
                  <a:pt x="82" y="55"/>
                  <a:pt x="82" y="55"/>
                </a:cubicBezTo>
                <a:cubicBezTo>
                  <a:pt x="98" y="16"/>
                  <a:pt x="98" y="16"/>
                  <a:pt x="98" y="16"/>
                </a:cubicBezTo>
                <a:cubicBezTo>
                  <a:pt x="106" y="11"/>
                  <a:pt x="115" y="8"/>
                  <a:pt x="124" y="8"/>
                </a:cubicBezTo>
                <a:cubicBezTo>
                  <a:pt x="148" y="8"/>
                  <a:pt x="168" y="28"/>
                  <a:pt x="168" y="52"/>
                </a:cubicBezTo>
                <a:cubicBezTo>
                  <a:pt x="168" y="55"/>
                  <a:pt x="168" y="57"/>
                  <a:pt x="168" y="57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18" name="TextBox 53">
            <a:extLst>
              <a:ext uri="{FF2B5EF4-FFF2-40B4-BE49-F238E27FC236}">
                <a16:creationId xmlns:a16="http://schemas.microsoft.com/office/drawing/2014/main" id="{9FD3894D-8C93-FA9D-C4CB-A9B2E2D66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738688"/>
            <a:ext cx="3582987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Maecenas porttitor congue massa.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Fusce posuere, magna sed pulvinar ultricies, purus lectus malesuada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purna. </a:t>
            </a:r>
          </a:p>
        </p:txBody>
      </p:sp>
      <p:grpSp>
        <p:nvGrpSpPr>
          <p:cNvPr id="13319" name="Group 61">
            <a:extLst>
              <a:ext uri="{FF2B5EF4-FFF2-40B4-BE49-F238E27FC236}">
                <a16:creationId xmlns:a16="http://schemas.microsoft.com/office/drawing/2014/main" id="{C3156ACE-08A6-4BFF-3949-13B9A5156286}"/>
              </a:ext>
            </a:extLst>
          </p:cNvPr>
          <p:cNvGrpSpPr>
            <a:grpSpLocks/>
          </p:cNvGrpSpPr>
          <p:nvPr/>
        </p:nvGrpSpPr>
        <p:grpSpPr bwMode="auto">
          <a:xfrm>
            <a:off x="9290050" y="2933700"/>
            <a:ext cx="3695700" cy="4989513"/>
            <a:chOff x="9194237" y="3290036"/>
            <a:chExt cx="3694492" cy="498996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45AE57-778F-715E-50D0-4ADC80B9A4A0}"/>
                </a:ext>
              </a:extLst>
            </p:cNvPr>
            <p:cNvSpPr txBox="1"/>
            <p:nvPr/>
          </p:nvSpPr>
          <p:spPr>
            <a:xfrm>
              <a:off x="9194237" y="4060044"/>
              <a:ext cx="3694492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chemeClr val="accent1"/>
                  </a:solidFill>
                  <a:latin typeface="+mj-lt"/>
                </a:rPr>
                <a:t>opportunities</a:t>
              </a:r>
            </a:p>
          </p:txBody>
        </p:sp>
        <p:sp>
          <p:nvSpPr>
            <p:cNvPr id="13325" name="Freeform 355">
              <a:extLst>
                <a:ext uri="{FF2B5EF4-FFF2-40B4-BE49-F238E27FC236}">
                  <a16:creationId xmlns:a16="http://schemas.microsoft.com/office/drawing/2014/main" id="{724FCC71-BF36-0C27-7181-39B49BE702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94237" y="3290036"/>
              <a:ext cx="614728" cy="628384"/>
            </a:xfrm>
            <a:custGeom>
              <a:avLst/>
              <a:gdLst>
                <a:gd name="T0" fmla="*/ 585573826 w 176"/>
                <a:gd name="T1" fmla="*/ 611878209 h 176"/>
                <a:gd name="T2" fmla="*/ 378183460 w 176"/>
                <a:gd name="T3" fmla="*/ 331433286 h 176"/>
                <a:gd name="T4" fmla="*/ 317185677 w 176"/>
                <a:gd name="T5" fmla="*/ 395171418 h 176"/>
                <a:gd name="T6" fmla="*/ 390383715 w 176"/>
                <a:gd name="T7" fmla="*/ 1121779692 h 176"/>
                <a:gd name="T8" fmla="*/ 48797528 w 176"/>
                <a:gd name="T9" fmla="*/ 1070791329 h 176"/>
                <a:gd name="T10" fmla="*/ 48797528 w 176"/>
                <a:gd name="T11" fmla="*/ 1172768055 h 176"/>
                <a:gd name="T12" fmla="*/ 390383715 w 176"/>
                <a:gd name="T13" fmla="*/ 1121779692 h 176"/>
                <a:gd name="T14" fmla="*/ 1122350124 w 176"/>
                <a:gd name="T15" fmla="*/ 356929253 h 176"/>
                <a:gd name="T16" fmla="*/ 1073552597 w 176"/>
                <a:gd name="T17" fmla="*/ 0 h 176"/>
                <a:gd name="T18" fmla="*/ 1024755069 w 176"/>
                <a:gd name="T19" fmla="*/ 356929253 h 176"/>
                <a:gd name="T20" fmla="*/ 1622529150 w 176"/>
                <a:gd name="T21" fmla="*/ 611878209 h 176"/>
                <a:gd name="T22" fmla="*/ 1829919516 w 176"/>
                <a:gd name="T23" fmla="*/ 331433286 h 176"/>
                <a:gd name="T24" fmla="*/ 1561531367 w 176"/>
                <a:gd name="T25" fmla="*/ 548143648 h 176"/>
                <a:gd name="T26" fmla="*/ 1622529150 w 176"/>
                <a:gd name="T27" fmla="*/ 611878209 h 176"/>
                <a:gd name="T28" fmla="*/ 317185677 w 176"/>
                <a:gd name="T29" fmla="*/ 1848387966 h 176"/>
                <a:gd name="T30" fmla="*/ 378183460 w 176"/>
                <a:gd name="T31" fmla="*/ 1912126097 h 176"/>
                <a:gd name="T32" fmla="*/ 585573826 w 176"/>
                <a:gd name="T33" fmla="*/ 1631681174 h 176"/>
                <a:gd name="T34" fmla="*/ 2098307665 w 176"/>
                <a:gd name="T35" fmla="*/ 1070791329 h 176"/>
                <a:gd name="T36" fmla="*/ 1756721478 w 176"/>
                <a:gd name="T37" fmla="*/ 1121779692 h 176"/>
                <a:gd name="T38" fmla="*/ 2098307665 w 176"/>
                <a:gd name="T39" fmla="*/ 1172768055 h 176"/>
                <a:gd name="T40" fmla="*/ 2098307665 w 176"/>
                <a:gd name="T41" fmla="*/ 1070791329 h 176"/>
                <a:gd name="T42" fmla="*/ 1561531367 w 176"/>
                <a:gd name="T43" fmla="*/ 1631681174 h 176"/>
                <a:gd name="T44" fmla="*/ 1768921733 w 176"/>
                <a:gd name="T45" fmla="*/ 1912126097 h 176"/>
                <a:gd name="T46" fmla="*/ 1829919516 w 176"/>
                <a:gd name="T47" fmla="*/ 1848387966 h 176"/>
                <a:gd name="T48" fmla="*/ 1073552597 w 176"/>
                <a:gd name="T49" fmla="*/ 509901483 h 176"/>
                <a:gd name="T50" fmla="*/ 1073552597 w 176"/>
                <a:gd name="T51" fmla="*/ 1733657901 h 176"/>
                <a:gd name="T52" fmla="*/ 1073552597 w 176"/>
                <a:gd name="T53" fmla="*/ 509901483 h 176"/>
                <a:gd name="T54" fmla="*/ 585573826 w 176"/>
                <a:gd name="T55" fmla="*/ 1121779692 h 176"/>
                <a:gd name="T56" fmla="*/ 1561531367 w 176"/>
                <a:gd name="T57" fmla="*/ 1121779692 h 176"/>
                <a:gd name="T58" fmla="*/ 1073552597 w 176"/>
                <a:gd name="T59" fmla="*/ 1835638197 h 176"/>
                <a:gd name="T60" fmla="*/ 1024755069 w 176"/>
                <a:gd name="T61" fmla="*/ 2147483646 h 176"/>
                <a:gd name="T62" fmla="*/ 1122350124 w 176"/>
                <a:gd name="T63" fmla="*/ 2147483646 h 176"/>
                <a:gd name="T64" fmla="*/ 1073552597 w 176"/>
                <a:gd name="T65" fmla="*/ 1835638197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76" h="176">
                  <a:moveTo>
                    <a:pt x="43" y="48"/>
                  </a:moveTo>
                  <a:cubicBezTo>
                    <a:pt x="44" y="50"/>
                    <a:pt x="47" y="50"/>
                    <a:pt x="48" y="48"/>
                  </a:cubicBezTo>
                  <a:cubicBezTo>
                    <a:pt x="50" y="47"/>
                    <a:pt x="50" y="44"/>
                    <a:pt x="48" y="43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4"/>
                    <a:pt x="27" y="24"/>
                    <a:pt x="26" y="26"/>
                  </a:cubicBezTo>
                  <a:cubicBezTo>
                    <a:pt x="24" y="27"/>
                    <a:pt x="24" y="30"/>
                    <a:pt x="26" y="31"/>
                  </a:cubicBezTo>
                  <a:lnTo>
                    <a:pt x="43" y="48"/>
                  </a:lnTo>
                  <a:close/>
                  <a:moveTo>
                    <a:pt x="32" y="88"/>
                  </a:moveTo>
                  <a:cubicBezTo>
                    <a:pt x="32" y="86"/>
                    <a:pt x="30" y="84"/>
                    <a:pt x="28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0" y="86"/>
                    <a:pt x="0" y="88"/>
                  </a:cubicBezTo>
                  <a:cubicBezTo>
                    <a:pt x="0" y="90"/>
                    <a:pt x="2" y="92"/>
                    <a:pt x="4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30" y="92"/>
                    <a:pt x="32" y="90"/>
                    <a:pt x="32" y="88"/>
                  </a:cubicBezTo>
                  <a:moveTo>
                    <a:pt x="88" y="32"/>
                  </a:moveTo>
                  <a:cubicBezTo>
                    <a:pt x="90" y="32"/>
                    <a:pt x="92" y="30"/>
                    <a:pt x="92" y="28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2" y="2"/>
                    <a:pt x="90" y="0"/>
                    <a:pt x="88" y="0"/>
                  </a:cubicBezTo>
                  <a:cubicBezTo>
                    <a:pt x="86" y="0"/>
                    <a:pt x="84" y="2"/>
                    <a:pt x="84" y="4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4" y="30"/>
                    <a:pt x="86" y="32"/>
                    <a:pt x="88" y="32"/>
                  </a:cubicBezTo>
                  <a:moveTo>
                    <a:pt x="133" y="48"/>
                  </a:moveTo>
                  <a:cubicBezTo>
                    <a:pt x="150" y="31"/>
                    <a:pt x="150" y="31"/>
                    <a:pt x="150" y="31"/>
                  </a:cubicBezTo>
                  <a:cubicBezTo>
                    <a:pt x="152" y="30"/>
                    <a:pt x="152" y="27"/>
                    <a:pt x="150" y="26"/>
                  </a:cubicBezTo>
                  <a:cubicBezTo>
                    <a:pt x="149" y="24"/>
                    <a:pt x="146" y="24"/>
                    <a:pt x="145" y="26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6" y="44"/>
                    <a:pt x="126" y="47"/>
                    <a:pt x="128" y="48"/>
                  </a:cubicBezTo>
                  <a:cubicBezTo>
                    <a:pt x="129" y="50"/>
                    <a:pt x="132" y="50"/>
                    <a:pt x="133" y="48"/>
                  </a:cubicBezTo>
                  <a:moveTo>
                    <a:pt x="43" y="128"/>
                  </a:moveTo>
                  <a:cubicBezTo>
                    <a:pt x="26" y="145"/>
                    <a:pt x="26" y="145"/>
                    <a:pt x="26" y="145"/>
                  </a:cubicBezTo>
                  <a:cubicBezTo>
                    <a:pt x="24" y="146"/>
                    <a:pt x="24" y="149"/>
                    <a:pt x="26" y="150"/>
                  </a:cubicBezTo>
                  <a:cubicBezTo>
                    <a:pt x="27" y="152"/>
                    <a:pt x="30" y="152"/>
                    <a:pt x="31" y="150"/>
                  </a:cubicBezTo>
                  <a:cubicBezTo>
                    <a:pt x="48" y="133"/>
                    <a:pt x="48" y="133"/>
                    <a:pt x="48" y="133"/>
                  </a:cubicBezTo>
                  <a:cubicBezTo>
                    <a:pt x="50" y="132"/>
                    <a:pt x="50" y="129"/>
                    <a:pt x="48" y="128"/>
                  </a:cubicBezTo>
                  <a:cubicBezTo>
                    <a:pt x="47" y="126"/>
                    <a:pt x="44" y="126"/>
                    <a:pt x="43" y="128"/>
                  </a:cubicBezTo>
                  <a:moveTo>
                    <a:pt x="172" y="84"/>
                  </a:moveTo>
                  <a:cubicBezTo>
                    <a:pt x="148" y="84"/>
                    <a:pt x="148" y="84"/>
                    <a:pt x="148" y="84"/>
                  </a:cubicBezTo>
                  <a:cubicBezTo>
                    <a:pt x="146" y="84"/>
                    <a:pt x="144" y="86"/>
                    <a:pt x="144" y="88"/>
                  </a:cubicBezTo>
                  <a:cubicBezTo>
                    <a:pt x="144" y="90"/>
                    <a:pt x="146" y="92"/>
                    <a:pt x="148" y="92"/>
                  </a:cubicBezTo>
                  <a:cubicBezTo>
                    <a:pt x="172" y="92"/>
                    <a:pt x="172" y="92"/>
                    <a:pt x="172" y="92"/>
                  </a:cubicBezTo>
                  <a:cubicBezTo>
                    <a:pt x="174" y="92"/>
                    <a:pt x="176" y="90"/>
                    <a:pt x="176" y="88"/>
                  </a:cubicBezTo>
                  <a:cubicBezTo>
                    <a:pt x="176" y="86"/>
                    <a:pt x="174" y="84"/>
                    <a:pt x="172" y="84"/>
                  </a:cubicBezTo>
                  <a:moveTo>
                    <a:pt x="133" y="128"/>
                  </a:moveTo>
                  <a:cubicBezTo>
                    <a:pt x="132" y="126"/>
                    <a:pt x="129" y="126"/>
                    <a:pt x="128" y="128"/>
                  </a:cubicBezTo>
                  <a:cubicBezTo>
                    <a:pt x="126" y="129"/>
                    <a:pt x="126" y="132"/>
                    <a:pt x="128" y="133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6" y="152"/>
                    <a:pt x="149" y="152"/>
                    <a:pt x="150" y="150"/>
                  </a:cubicBezTo>
                  <a:cubicBezTo>
                    <a:pt x="152" y="149"/>
                    <a:pt x="152" y="146"/>
                    <a:pt x="150" y="145"/>
                  </a:cubicBezTo>
                  <a:lnTo>
                    <a:pt x="133" y="128"/>
                  </a:lnTo>
                  <a:close/>
                  <a:moveTo>
                    <a:pt x="88" y="40"/>
                  </a:moveTo>
                  <a:cubicBezTo>
                    <a:pt x="61" y="40"/>
                    <a:pt x="40" y="61"/>
                    <a:pt x="40" y="88"/>
                  </a:cubicBezTo>
                  <a:cubicBezTo>
                    <a:pt x="40" y="115"/>
                    <a:pt x="61" y="136"/>
                    <a:pt x="88" y="136"/>
                  </a:cubicBezTo>
                  <a:cubicBezTo>
                    <a:pt x="115" y="136"/>
                    <a:pt x="136" y="115"/>
                    <a:pt x="136" y="88"/>
                  </a:cubicBezTo>
                  <a:cubicBezTo>
                    <a:pt x="136" y="61"/>
                    <a:pt x="115" y="40"/>
                    <a:pt x="88" y="40"/>
                  </a:cubicBezTo>
                  <a:moveTo>
                    <a:pt x="88" y="128"/>
                  </a:moveTo>
                  <a:cubicBezTo>
                    <a:pt x="66" y="128"/>
                    <a:pt x="48" y="110"/>
                    <a:pt x="48" y="88"/>
                  </a:cubicBezTo>
                  <a:cubicBezTo>
                    <a:pt x="48" y="66"/>
                    <a:pt x="66" y="48"/>
                    <a:pt x="88" y="48"/>
                  </a:cubicBezTo>
                  <a:cubicBezTo>
                    <a:pt x="110" y="48"/>
                    <a:pt x="128" y="66"/>
                    <a:pt x="128" y="88"/>
                  </a:cubicBezTo>
                  <a:cubicBezTo>
                    <a:pt x="128" y="110"/>
                    <a:pt x="110" y="128"/>
                    <a:pt x="88" y="128"/>
                  </a:cubicBezTo>
                  <a:moveTo>
                    <a:pt x="88" y="144"/>
                  </a:moveTo>
                  <a:cubicBezTo>
                    <a:pt x="86" y="144"/>
                    <a:pt x="84" y="146"/>
                    <a:pt x="84" y="148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174"/>
                    <a:pt x="86" y="176"/>
                    <a:pt x="88" y="176"/>
                  </a:cubicBezTo>
                  <a:cubicBezTo>
                    <a:pt x="90" y="176"/>
                    <a:pt x="92" y="174"/>
                    <a:pt x="92" y="172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6"/>
                    <a:pt x="90" y="144"/>
                    <a:pt x="88" y="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6" name="TextBox 54">
              <a:extLst>
                <a:ext uri="{FF2B5EF4-FFF2-40B4-BE49-F238E27FC236}">
                  <a16:creationId xmlns:a16="http://schemas.microsoft.com/office/drawing/2014/main" id="{ACBF8C90-7CEB-32A5-8212-004D9E219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4237" y="5094513"/>
              <a:ext cx="3583726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Maecenas porttitor congue massa.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Fusce posuere, magna sed pulvinar ultricies, purus lectus malesuada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purna. 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C41E2B4-4C72-BAC1-F672-DB10CB32325E}"/>
              </a:ext>
            </a:extLst>
          </p:cNvPr>
          <p:cNvSpPr txBox="1"/>
          <p:nvPr/>
        </p:nvSpPr>
        <p:spPr>
          <a:xfrm>
            <a:off x="13277850" y="3706813"/>
            <a:ext cx="36401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00566C"/>
                </a:solidFill>
                <a:latin typeface="+mj-lt"/>
              </a:rPr>
              <a:t>threats</a:t>
            </a:r>
          </a:p>
        </p:txBody>
      </p:sp>
      <p:sp>
        <p:nvSpPr>
          <p:cNvPr id="46" name="Freeform 371">
            <a:extLst>
              <a:ext uri="{FF2B5EF4-FFF2-40B4-BE49-F238E27FC236}">
                <a16:creationId xmlns:a16="http://schemas.microsoft.com/office/drawing/2014/main" id="{1A4DF130-CEC9-966D-66C3-5A8D5C8711AB}"/>
              </a:ext>
            </a:extLst>
          </p:cNvPr>
          <p:cNvSpPr>
            <a:spLocks noEditPoints="1"/>
          </p:cNvSpPr>
          <p:nvPr/>
        </p:nvSpPr>
        <p:spPr bwMode="auto">
          <a:xfrm>
            <a:off x="13277850" y="2933700"/>
            <a:ext cx="628650" cy="628650"/>
          </a:xfrm>
          <a:custGeom>
            <a:avLst/>
            <a:gdLst>
              <a:gd name="T0" fmla="*/ 96 w 176"/>
              <a:gd name="T1" fmla="*/ 124 h 176"/>
              <a:gd name="T2" fmla="*/ 92 w 176"/>
              <a:gd name="T3" fmla="*/ 120 h 176"/>
              <a:gd name="T4" fmla="*/ 89 w 176"/>
              <a:gd name="T5" fmla="*/ 121 h 176"/>
              <a:gd name="T6" fmla="*/ 65 w 176"/>
              <a:gd name="T7" fmla="*/ 145 h 176"/>
              <a:gd name="T8" fmla="*/ 64 w 176"/>
              <a:gd name="T9" fmla="*/ 148 h 176"/>
              <a:gd name="T10" fmla="*/ 68 w 176"/>
              <a:gd name="T11" fmla="*/ 152 h 176"/>
              <a:gd name="T12" fmla="*/ 82 w 176"/>
              <a:gd name="T13" fmla="*/ 152 h 176"/>
              <a:gd name="T14" fmla="*/ 65 w 176"/>
              <a:gd name="T15" fmla="*/ 169 h 176"/>
              <a:gd name="T16" fmla="*/ 64 w 176"/>
              <a:gd name="T17" fmla="*/ 172 h 176"/>
              <a:gd name="T18" fmla="*/ 68 w 176"/>
              <a:gd name="T19" fmla="*/ 176 h 176"/>
              <a:gd name="T20" fmla="*/ 71 w 176"/>
              <a:gd name="T21" fmla="*/ 175 h 176"/>
              <a:gd name="T22" fmla="*/ 95 w 176"/>
              <a:gd name="T23" fmla="*/ 151 h 176"/>
              <a:gd name="T24" fmla="*/ 96 w 176"/>
              <a:gd name="T25" fmla="*/ 148 h 176"/>
              <a:gd name="T26" fmla="*/ 92 w 176"/>
              <a:gd name="T27" fmla="*/ 144 h 176"/>
              <a:gd name="T28" fmla="*/ 92 w 176"/>
              <a:gd name="T29" fmla="*/ 144 h 176"/>
              <a:gd name="T30" fmla="*/ 78 w 176"/>
              <a:gd name="T31" fmla="*/ 144 h 176"/>
              <a:gd name="T32" fmla="*/ 95 w 176"/>
              <a:gd name="T33" fmla="*/ 127 h 176"/>
              <a:gd name="T34" fmla="*/ 96 w 176"/>
              <a:gd name="T35" fmla="*/ 124 h 176"/>
              <a:gd name="T36" fmla="*/ 52 w 176"/>
              <a:gd name="T37" fmla="*/ 128 h 176"/>
              <a:gd name="T38" fmla="*/ 49 w 176"/>
              <a:gd name="T39" fmla="*/ 129 h 176"/>
              <a:gd name="T40" fmla="*/ 25 w 176"/>
              <a:gd name="T41" fmla="*/ 153 h 176"/>
              <a:gd name="T42" fmla="*/ 24 w 176"/>
              <a:gd name="T43" fmla="*/ 156 h 176"/>
              <a:gd name="T44" fmla="*/ 28 w 176"/>
              <a:gd name="T45" fmla="*/ 160 h 176"/>
              <a:gd name="T46" fmla="*/ 31 w 176"/>
              <a:gd name="T47" fmla="*/ 159 h 176"/>
              <a:gd name="T48" fmla="*/ 55 w 176"/>
              <a:gd name="T49" fmla="*/ 135 h 176"/>
              <a:gd name="T50" fmla="*/ 56 w 176"/>
              <a:gd name="T51" fmla="*/ 132 h 176"/>
              <a:gd name="T52" fmla="*/ 52 w 176"/>
              <a:gd name="T53" fmla="*/ 128 h 176"/>
              <a:gd name="T54" fmla="*/ 152 w 176"/>
              <a:gd name="T55" fmla="*/ 41 h 176"/>
              <a:gd name="T56" fmla="*/ 152 w 176"/>
              <a:gd name="T57" fmla="*/ 40 h 176"/>
              <a:gd name="T58" fmla="*/ 128 w 176"/>
              <a:gd name="T59" fmla="*/ 16 h 176"/>
              <a:gd name="T60" fmla="*/ 112 w 176"/>
              <a:gd name="T61" fmla="*/ 22 h 176"/>
              <a:gd name="T62" fmla="*/ 72 w 176"/>
              <a:gd name="T63" fmla="*/ 0 h 176"/>
              <a:gd name="T64" fmla="*/ 25 w 176"/>
              <a:gd name="T65" fmla="*/ 41 h 176"/>
              <a:gd name="T66" fmla="*/ 0 w 176"/>
              <a:gd name="T67" fmla="*/ 72 h 176"/>
              <a:gd name="T68" fmla="*/ 32 w 176"/>
              <a:gd name="T69" fmla="*/ 104 h 176"/>
              <a:gd name="T70" fmla="*/ 144 w 176"/>
              <a:gd name="T71" fmla="*/ 104 h 176"/>
              <a:gd name="T72" fmla="*/ 176 w 176"/>
              <a:gd name="T73" fmla="*/ 72 h 176"/>
              <a:gd name="T74" fmla="*/ 152 w 176"/>
              <a:gd name="T75" fmla="*/ 41 h 176"/>
              <a:gd name="T76" fmla="*/ 144 w 176"/>
              <a:gd name="T77" fmla="*/ 96 h 176"/>
              <a:gd name="T78" fmla="*/ 32 w 176"/>
              <a:gd name="T79" fmla="*/ 96 h 176"/>
              <a:gd name="T80" fmla="*/ 8 w 176"/>
              <a:gd name="T81" fmla="*/ 72 h 176"/>
              <a:gd name="T82" fmla="*/ 26 w 176"/>
              <a:gd name="T83" fmla="*/ 49 h 176"/>
              <a:gd name="T84" fmla="*/ 32 w 176"/>
              <a:gd name="T85" fmla="*/ 42 h 176"/>
              <a:gd name="T86" fmla="*/ 72 w 176"/>
              <a:gd name="T87" fmla="*/ 8 h 176"/>
              <a:gd name="T88" fmla="*/ 102 w 176"/>
              <a:gd name="T89" fmla="*/ 22 h 176"/>
              <a:gd name="T90" fmla="*/ 111 w 176"/>
              <a:gd name="T91" fmla="*/ 30 h 176"/>
              <a:gd name="T92" fmla="*/ 112 w 176"/>
              <a:gd name="T93" fmla="*/ 30 h 176"/>
              <a:gd name="T94" fmla="*/ 117 w 176"/>
              <a:gd name="T95" fmla="*/ 28 h 176"/>
              <a:gd name="T96" fmla="*/ 128 w 176"/>
              <a:gd name="T97" fmla="*/ 24 h 176"/>
              <a:gd name="T98" fmla="*/ 144 w 176"/>
              <a:gd name="T99" fmla="*/ 40 h 176"/>
              <a:gd name="T100" fmla="*/ 144 w 176"/>
              <a:gd name="T101" fmla="*/ 41 h 176"/>
              <a:gd name="T102" fmla="*/ 150 w 176"/>
              <a:gd name="T103" fmla="*/ 49 h 176"/>
              <a:gd name="T104" fmla="*/ 168 w 176"/>
              <a:gd name="T105" fmla="*/ 72 h 176"/>
              <a:gd name="T106" fmla="*/ 144 w 176"/>
              <a:gd name="T107" fmla="*/ 96 h 176"/>
              <a:gd name="T108" fmla="*/ 136 w 176"/>
              <a:gd name="T109" fmla="*/ 128 h 176"/>
              <a:gd name="T110" fmla="*/ 133 w 176"/>
              <a:gd name="T111" fmla="*/ 129 h 176"/>
              <a:gd name="T112" fmla="*/ 109 w 176"/>
              <a:gd name="T113" fmla="*/ 153 h 176"/>
              <a:gd name="T114" fmla="*/ 108 w 176"/>
              <a:gd name="T115" fmla="*/ 156 h 176"/>
              <a:gd name="T116" fmla="*/ 112 w 176"/>
              <a:gd name="T117" fmla="*/ 160 h 176"/>
              <a:gd name="T118" fmla="*/ 115 w 176"/>
              <a:gd name="T119" fmla="*/ 159 h 176"/>
              <a:gd name="T120" fmla="*/ 139 w 176"/>
              <a:gd name="T121" fmla="*/ 135 h 176"/>
              <a:gd name="T122" fmla="*/ 140 w 176"/>
              <a:gd name="T123" fmla="*/ 132 h 176"/>
              <a:gd name="T124" fmla="*/ 136 w 176"/>
              <a:gd name="T125" fmla="*/ 12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6" h="176">
                <a:moveTo>
                  <a:pt x="96" y="124"/>
                </a:moveTo>
                <a:cubicBezTo>
                  <a:pt x="96" y="122"/>
                  <a:pt x="94" y="120"/>
                  <a:pt x="92" y="120"/>
                </a:cubicBezTo>
                <a:cubicBezTo>
                  <a:pt x="91" y="120"/>
                  <a:pt x="90" y="120"/>
                  <a:pt x="89" y="121"/>
                </a:cubicBezTo>
                <a:cubicBezTo>
                  <a:pt x="65" y="145"/>
                  <a:pt x="65" y="145"/>
                  <a:pt x="65" y="145"/>
                </a:cubicBezTo>
                <a:cubicBezTo>
                  <a:pt x="64" y="146"/>
                  <a:pt x="64" y="147"/>
                  <a:pt x="64" y="148"/>
                </a:cubicBezTo>
                <a:cubicBezTo>
                  <a:pt x="64" y="150"/>
                  <a:pt x="66" y="152"/>
                  <a:pt x="68" y="152"/>
                </a:cubicBezTo>
                <a:cubicBezTo>
                  <a:pt x="82" y="152"/>
                  <a:pt x="82" y="152"/>
                  <a:pt x="82" y="152"/>
                </a:cubicBezTo>
                <a:cubicBezTo>
                  <a:pt x="65" y="169"/>
                  <a:pt x="65" y="169"/>
                  <a:pt x="65" y="169"/>
                </a:cubicBezTo>
                <a:cubicBezTo>
                  <a:pt x="64" y="170"/>
                  <a:pt x="64" y="171"/>
                  <a:pt x="64" y="172"/>
                </a:cubicBezTo>
                <a:cubicBezTo>
                  <a:pt x="64" y="174"/>
                  <a:pt x="66" y="176"/>
                  <a:pt x="68" y="176"/>
                </a:cubicBezTo>
                <a:cubicBezTo>
                  <a:pt x="69" y="176"/>
                  <a:pt x="70" y="176"/>
                  <a:pt x="71" y="175"/>
                </a:cubicBezTo>
                <a:cubicBezTo>
                  <a:pt x="95" y="151"/>
                  <a:pt x="95" y="151"/>
                  <a:pt x="95" y="151"/>
                </a:cubicBezTo>
                <a:cubicBezTo>
                  <a:pt x="96" y="150"/>
                  <a:pt x="96" y="149"/>
                  <a:pt x="96" y="148"/>
                </a:cubicBezTo>
                <a:cubicBezTo>
                  <a:pt x="96" y="146"/>
                  <a:pt x="94" y="144"/>
                  <a:pt x="92" y="144"/>
                </a:cubicBezTo>
                <a:cubicBezTo>
                  <a:pt x="92" y="144"/>
                  <a:pt x="92" y="144"/>
                  <a:pt x="92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95" y="127"/>
                  <a:pt x="95" y="127"/>
                  <a:pt x="95" y="127"/>
                </a:cubicBezTo>
                <a:cubicBezTo>
                  <a:pt x="96" y="126"/>
                  <a:pt x="96" y="125"/>
                  <a:pt x="96" y="124"/>
                </a:cubicBezTo>
                <a:moveTo>
                  <a:pt x="52" y="128"/>
                </a:moveTo>
                <a:cubicBezTo>
                  <a:pt x="51" y="128"/>
                  <a:pt x="50" y="128"/>
                  <a:pt x="49" y="129"/>
                </a:cubicBezTo>
                <a:cubicBezTo>
                  <a:pt x="25" y="153"/>
                  <a:pt x="25" y="153"/>
                  <a:pt x="25" y="153"/>
                </a:cubicBezTo>
                <a:cubicBezTo>
                  <a:pt x="24" y="154"/>
                  <a:pt x="24" y="155"/>
                  <a:pt x="24" y="156"/>
                </a:cubicBezTo>
                <a:cubicBezTo>
                  <a:pt x="24" y="158"/>
                  <a:pt x="26" y="160"/>
                  <a:pt x="28" y="160"/>
                </a:cubicBezTo>
                <a:cubicBezTo>
                  <a:pt x="29" y="160"/>
                  <a:pt x="30" y="160"/>
                  <a:pt x="31" y="15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56" y="134"/>
                  <a:pt x="56" y="133"/>
                  <a:pt x="56" y="132"/>
                </a:cubicBezTo>
                <a:cubicBezTo>
                  <a:pt x="56" y="130"/>
                  <a:pt x="54" y="128"/>
                  <a:pt x="52" y="128"/>
                </a:cubicBezTo>
                <a:moveTo>
                  <a:pt x="152" y="41"/>
                </a:moveTo>
                <a:cubicBezTo>
                  <a:pt x="152" y="41"/>
                  <a:pt x="152" y="40"/>
                  <a:pt x="152" y="40"/>
                </a:cubicBezTo>
                <a:cubicBezTo>
                  <a:pt x="152" y="27"/>
                  <a:pt x="141" y="16"/>
                  <a:pt x="128" y="16"/>
                </a:cubicBezTo>
                <a:cubicBezTo>
                  <a:pt x="122" y="16"/>
                  <a:pt x="116" y="18"/>
                  <a:pt x="112" y="22"/>
                </a:cubicBezTo>
                <a:cubicBezTo>
                  <a:pt x="104" y="9"/>
                  <a:pt x="89" y="0"/>
                  <a:pt x="72" y="0"/>
                </a:cubicBezTo>
                <a:cubicBezTo>
                  <a:pt x="48" y="0"/>
                  <a:pt x="28" y="18"/>
                  <a:pt x="25" y="41"/>
                </a:cubicBezTo>
                <a:cubicBezTo>
                  <a:pt x="10" y="44"/>
                  <a:pt x="0" y="57"/>
                  <a:pt x="0" y="72"/>
                </a:cubicBezTo>
                <a:cubicBezTo>
                  <a:pt x="0" y="90"/>
                  <a:pt x="14" y="104"/>
                  <a:pt x="32" y="104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62" y="104"/>
                  <a:pt x="176" y="90"/>
                  <a:pt x="176" y="72"/>
                </a:cubicBezTo>
                <a:cubicBezTo>
                  <a:pt x="176" y="57"/>
                  <a:pt x="166" y="45"/>
                  <a:pt x="152" y="41"/>
                </a:cubicBezTo>
                <a:moveTo>
                  <a:pt x="144" y="96"/>
                </a:moveTo>
                <a:cubicBezTo>
                  <a:pt x="32" y="96"/>
                  <a:pt x="32" y="96"/>
                  <a:pt x="32" y="96"/>
                </a:cubicBezTo>
                <a:cubicBezTo>
                  <a:pt x="19" y="96"/>
                  <a:pt x="8" y="85"/>
                  <a:pt x="8" y="72"/>
                </a:cubicBezTo>
                <a:cubicBezTo>
                  <a:pt x="8" y="61"/>
                  <a:pt x="16" y="51"/>
                  <a:pt x="26" y="49"/>
                </a:cubicBezTo>
                <a:cubicBezTo>
                  <a:pt x="30" y="48"/>
                  <a:pt x="32" y="45"/>
                  <a:pt x="32" y="42"/>
                </a:cubicBezTo>
                <a:cubicBezTo>
                  <a:pt x="35" y="23"/>
                  <a:pt x="52" y="8"/>
                  <a:pt x="72" y="8"/>
                </a:cubicBezTo>
                <a:cubicBezTo>
                  <a:pt x="86" y="8"/>
                  <a:pt x="94" y="11"/>
                  <a:pt x="102" y="22"/>
                </a:cubicBezTo>
                <a:cubicBezTo>
                  <a:pt x="103" y="24"/>
                  <a:pt x="109" y="30"/>
                  <a:pt x="111" y="30"/>
                </a:cubicBezTo>
                <a:cubicBezTo>
                  <a:pt x="111" y="30"/>
                  <a:pt x="112" y="30"/>
                  <a:pt x="112" y="30"/>
                </a:cubicBezTo>
                <a:cubicBezTo>
                  <a:pt x="114" y="30"/>
                  <a:pt x="116" y="29"/>
                  <a:pt x="117" y="28"/>
                </a:cubicBezTo>
                <a:cubicBezTo>
                  <a:pt x="120" y="25"/>
                  <a:pt x="124" y="24"/>
                  <a:pt x="128" y="24"/>
                </a:cubicBezTo>
                <a:cubicBezTo>
                  <a:pt x="137" y="24"/>
                  <a:pt x="144" y="31"/>
                  <a:pt x="144" y="40"/>
                </a:cubicBezTo>
                <a:cubicBezTo>
                  <a:pt x="144" y="41"/>
                  <a:pt x="144" y="41"/>
                  <a:pt x="144" y="41"/>
                </a:cubicBezTo>
                <a:cubicBezTo>
                  <a:pt x="144" y="44"/>
                  <a:pt x="146" y="48"/>
                  <a:pt x="150" y="49"/>
                </a:cubicBezTo>
                <a:cubicBezTo>
                  <a:pt x="161" y="52"/>
                  <a:pt x="168" y="61"/>
                  <a:pt x="168" y="72"/>
                </a:cubicBezTo>
                <a:cubicBezTo>
                  <a:pt x="168" y="85"/>
                  <a:pt x="157" y="96"/>
                  <a:pt x="144" y="96"/>
                </a:cubicBezTo>
                <a:moveTo>
                  <a:pt x="136" y="128"/>
                </a:moveTo>
                <a:cubicBezTo>
                  <a:pt x="135" y="128"/>
                  <a:pt x="134" y="128"/>
                  <a:pt x="133" y="129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8" y="154"/>
                  <a:pt x="108" y="155"/>
                  <a:pt x="108" y="156"/>
                </a:cubicBezTo>
                <a:cubicBezTo>
                  <a:pt x="108" y="158"/>
                  <a:pt x="110" y="160"/>
                  <a:pt x="112" y="160"/>
                </a:cubicBezTo>
                <a:cubicBezTo>
                  <a:pt x="113" y="160"/>
                  <a:pt x="114" y="160"/>
                  <a:pt x="115" y="159"/>
                </a:cubicBezTo>
                <a:cubicBezTo>
                  <a:pt x="139" y="135"/>
                  <a:pt x="139" y="135"/>
                  <a:pt x="139" y="135"/>
                </a:cubicBezTo>
                <a:cubicBezTo>
                  <a:pt x="140" y="134"/>
                  <a:pt x="140" y="133"/>
                  <a:pt x="140" y="132"/>
                </a:cubicBezTo>
                <a:cubicBezTo>
                  <a:pt x="140" y="130"/>
                  <a:pt x="138" y="128"/>
                  <a:pt x="136" y="128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22" name="TextBox 55">
            <a:extLst>
              <a:ext uri="{FF2B5EF4-FFF2-40B4-BE49-F238E27FC236}">
                <a16:creationId xmlns:a16="http://schemas.microsoft.com/office/drawing/2014/main" id="{09D37F1A-7954-E610-ADEE-CA39FF10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7850" y="4721225"/>
            <a:ext cx="3584575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Maecenas porttitor congue massa.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Fusce posuere, magna sed pulvinar ultricies, purus lectus malesuada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purna. </a:t>
            </a:r>
          </a:p>
        </p:txBody>
      </p:sp>
      <p:sp>
        <p:nvSpPr>
          <p:cNvPr id="13323" name="Slide Number Placeholder 2">
            <a:extLst>
              <a:ext uri="{FF2B5EF4-FFF2-40B4-BE49-F238E27FC236}">
                <a16:creationId xmlns:a16="http://schemas.microsoft.com/office/drawing/2014/main" id="{AD9160EA-A06C-C203-8732-C5C03A023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3EC6AF7F-45D3-438C-9023-7245B52F502F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4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C032-086B-F166-282C-7DF2BCD8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gráfico</a:t>
            </a:r>
            <a:br>
              <a:rPr lang="es-ES_tradnl"/>
            </a:br>
            <a:r>
              <a:rPr lang="es-ES_tradnl" err="1">
                <a:solidFill>
                  <a:srgbClr val="00566C"/>
                </a:solidFill>
              </a:rPr>
              <a:t>layout</a:t>
            </a:r>
            <a:endParaRPr lang="es-ES_tradnl">
              <a:solidFill>
                <a:srgbClr val="00566C"/>
              </a:solidFill>
            </a:endParaRPr>
          </a:p>
        </p:txBody>
      </p:sp>
      <p:graphicFrame>
        <p:nvGraphicFramePr>
          <p:cNvPr id="14339" name="Chart 4">
            <a:extLst>
              <a:ext uri="{FF2B5EF4-FFF2-40B4-BE49-F238E27FC236}">
                <a16:creationId xmlns:a16="http://schemas.microsoft.com/office/drawing/2014/main" id="{505E9D5D-2C10-1BC1-C06D-7B82670AB876}"/>
              </a:ext>
            </a:extLst>
          </p:cNvPr>
          <p:cNvGraphicFramePr>
            <a:graphicFrameLocks/>
          </p:cNvGraphicFramePr>
          <p:nvPr/>
        </p:nvGraphicFramePr>
        <p:xfrm>
          <a:off x="1225550" y="2332038"/>
          <a:ext cx="15836900" cy="480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5838781" imgH="4816257" progId="Excel.Chart.8">
                  <p:embed/>
                </p:oleObj>
              </mc:Choice>
              <mc:Fallback>
                <p:oleObj name="Chart" r:id="rId3" imgW="15838781" imgH="4816257" progId="Excel.Chart.8">
                  <p:embed/>
                  <p:pic>
                    <p:nvPicPr>
                      <p:cNvPr id="0" name="Char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2332038"/>
                        <a:ext cx="15836900" cy="480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0" name="Group 5">
            <a:extLst>
              <a:ext uri="{FF2B5EF4-FFF2-40B4-BE49-F238E27FC236}">
                <a16:creationId xmlns:a16="http://schemas.microsoft.com/office/drawing/2014/main" id="{016B5F63-A9B3-D419-D337-7724E9F98869}"/>
              </a:ext>
            </a:extLst>
          </p:cNvPr>
          <p:cNvGrpSpPr>
            <a:grpSpLocks/>
          </p:cNvGrpSpPr>
          <p:nvPr/>
        </p:nvGrpSpPr>
        <p:grpSpPr bwMode="auto">
          <a:xfrm>
            <a:off x="2557463" y="6907213"/>
            <a:ext cx="3690937" cy="2055812"/>
            <a:chOff x="2511756" y="6696032"/>
            <a:chExt cx="3691434" cy="2056909"/>
          </a:xfrm>
        </p:grpSpPr>
        <p:sp>
          <p:nvSpPr>
            <p:cNvPr id="14348" name="TextBox 6">
              <a:extLst>
                <a:ext uri="{FF2B5EF4-FFF2-40B4-BE49-F238E27FC236}">
                  <a16:creationId xmlns:a16="http://schemas.microsoft.com/office/drawing/2014/main" id="{986B8331-3654-EF52-7138-99861422C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756" y="7429501"/>
              <a:ext cx="3691434" cy="132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hangingPunct="1"/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maecenas porttitor congue massa.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75B5B9-189E-2A96-C4CC-5606AF023EF6}"/>
                </a:ext>
              </a:extLst>
            </p:cNvPr>
            <p:cNvSpPr txBox="1"/>
            <p:nvPr/>
          </p:nvSpPr>
          <p:spPr>
            <a:xfrm>
              <a:off x="2969018" y="6696032"/>
              <a:ext cx="2776911" cy="6464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>
                  <a:solidFill>
                    <a:schemeClr val="accent5"/>
                  </a:solidFill>
                  <a:latin typeface="+mj-lt"/>
                </a:rPr>
                <a:t>usa</a:t>
              </a:r>
            </a:p>
          </p:txBody>
        </p:sp>
      </p:grpSp>
      <p:grpSp>
        <p:nvGrpSpPr>
          <p:cNvPr id="14341" name="Group 8">
            <a:extLst>
              <a:ext uri="{FF2B5EF4-FFF2-40B4-BE49-F238E27FC236}">
                <a16:creationId xmlns:a16="http://schemas.microsoft.com/office/drawing/2014/main" id="{372560D0-272B-9E38-D8D4-99DCC9AB411B}"/>
              </a:ext>
            </a:extLst>
          </p:cNvPr>
          <p:cNvGrpSpPr>
            <a:grpSpLocks/>
          </p:cNvGrpSpPr>
          <p:nvPr/>
        </p:nvGrpSpPr>
        <p:grpSpPr bwMode="auto">
          <a:xfrm>
            <a:off x="7586663" y="6907213"/>
            <a:ext cx="3690937" cy="2055812"/>
            <a:chOff x="2511756" y="6696032"/>
            <a:chExt cx="3691434" cy="2056909"/>
          </a:xfrm>
        </p:grpSpPr>
        <p:sp>
          <p:nvSpPr>
            <p:cNvPr id="14346" name="TextBox 9">
              <a:extLst>
                <a:ext uri="{FF2B5EF4-FFF2-40B4-BE49-F238E27FC236}">
                  <a16:creationId xmlns:a16="http://schemas.microsoft.com/office/drawing/2014/main" id="{B13E339C-4B31-B1DC-1F98-51ADF10F0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756" y="7429501"/>
              <a:ext cx="3691434" cy="132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hangingPunct="1"/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maecenas porttitor congue massa.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AE955D-F421-A1E7-C98B-F80CAD347DFD}"/>
                </a:ext>
              </a:extLst>
            </p:cNvPr>
            <p:cNvSpPr txBox="1"/>
            <p:nvPr/>
          </p:nvSpPr>
          <p:spPr>
            <a:xfrm>
              <a:off x="2910272" y="6696032"/>
              <a:ext cx="2894403" cy="6464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chemeClr val="accent5"/>
                  </a:solidFill>
                  <a:latin typeface="+mj-lt"/>
                </a:rPr>
                <a:t>europe</a:t>
              </a:r>
              <a:endParaRPr lang="es-ES_tradnl" sz="3600">
                <a:solidFill>
                  <a:schemeClr val="accent5"/>
                </a:solidFill>
                <a:latin typeface="+mj-lt"/>
              </a:endParaRPr>
            </a:p>
          </p:txBody>
        </p:sp>
      </p:grpSp>
      <p:grpSp>
        <p:nvGrpSpPr>
          <p:cNvPr id="14342" name="Group 12">
            <a:extLst>
              <a:ext uri="{FF2B5EF4-FFF2-40B4-BE49-F238E27FC236}">
                <a16:creationId xmlns:a16="http://schemas.microsoft.com/office/drawing/2014/main" id="{558B6E80-AC84-9D67-4B12-1A7725CE436C}"/>
              </a:ext>
            </a:extLst>
          </p:cNvPr>
          <p:cNvGrpSpPr>
            <a:grpSpLocks/>
          </p:cNvGrpSpPr>
          <p:nvPr/>
        </p:nvGrpSpPr>
        <p:grpSpPr bwMode="auto">
          <a:xfrm>
            <a:off x="12615863" y="6907213"/>
            <a:ext cx="3690937" cy="2055812"/>
            <a:chOff x="2511756" y="6696032"/>
            <a:chExt cx="3691434" cy="2056909"/>
          </a:xfrm>
        </p:grpSpPr>
        <p:sp>
          <p:nvSpPr>
            <p:cNvPr id="14344" name="TextBox 13">
              <a:extLst>
                <a:ext uri="{FF2B5EF4-FFF2-40B4-BE49-F238E27FC236}">
                  <a16:creationId xmlns:a16="http://schemas.microsoft.com/office/drawing/2014/main" id="{243A072B-15F9-9A74-3BBE-B345E39A5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756" y="7429501"/>
              <a:ext cx="3691434" cy="132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hangingPunct="1"/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maecenas porttitor congue massa.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97F979-3F12-41C9-9DAC-FF2B32DABE34}"/>
                </a:ext>
              </a:extLst>
            </p:cNvPr>
            <p:cNvSpPr txBox="1"/>
            <p:nvPr/>
          </p:nvSpPr>
          <p:spPr>
            <a:xfrm>
              <a:off x="2969018" y="6696032"/>
              <a:ext cx="2776911" cy="6464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rgbClr val="00566C"/>
                  </a:solidFill>
                  <a:latin typeface="+mj-lt"/>
                </a:rPr>
                <a:t>asia</a:t>
              </a:r>
              <a:endParaRPr lang="es-ES_tradnl" sz="3600">
                <a:solidFill>
                  <a:srgbClr val="00566C"/>
                </a:solidFill>
                <a:latin typeface="+mj-lt"/>
              </a:endParaRPr>
            </a:p>
          </p:txBody>
        </p:sp>
      </p:grpSp>
      <p:sp>
        <p:nvSpPr>
          <p:cNvPr id="14343" name="Slide Number Placeholder 2">
            <a:extLst>
              <a:ext uri="{FF2B5EF4-FFF2-40B4-BE49-F238E27FC236}">
                <a16:creationId xmlns:a16="http://schemas.microsoft.com/office/drawing/2014/main" id="{B83A4AD3-2F6E-635C-0BB0-31DA0757F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0F6805BB-1305-4C36-982C-367CCC8CB60D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5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D671ABC-8F72-5D3C-F0F2-E2CA6A06281C}"/>
              </a:ext>
            </a:extLst>
          </p:cNvPr>
          <p:cNvSpPr txBox="1"/>
          <p:nvPr/>
        </p:nvSpPr>
        <p:spPr>
          <a:xfrm>
            <a:off x="8161338" y="1581150"/>
            <a:ext cx="9677400" cy="14462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rgbClr val="00566C"/>
                </a:solidFill>
                <a:latin typeface="+mj-lt"/>
              </a:rPr>
              <a:t>average monthly sales growth 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chemeClr val="accent2"/>
                </a:solidFill>
                <a:latin typeface="+mn-lt"/>
              </a:rPr>
              <a:t>2014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EBC2E-B47E-9206-8ECF-2BB5F02D9F14}"/>
              </a:ext>
            </a:extLst>
          </p:cNvPr>
          <p:cNvCxnSpPr/>
          <p:nvPr/>
        </p:nvCxnSpPr>
        <p:spPr>
          <a:xfrm>
            <a:off x="7627938" y="142716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B2A6FEE-C97A-D992-7BDC-57D43D29EA19}"/>
              </a:ext>
            </a:extLst>
          </p:cNvPr>
          <p:cNvSpPr txBox="1"/>
          <p:nvPr/>
        </p:nvSpPr>
        <p:spPr>
          <a:xfrm>
            <a:off x="2674938" y="1519238"/>
            <a:ext cx="4419600" cy="155416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>
                <a:solidFill>
                  <a:schemeClr val="accent1"/>
                </a:solidFill>
                <a:latin typeface="+mj-lt"/>
              </a:rPr>
              <a:t>25.7%</a:t>
            </a: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2840F444-CDC1-97C5-66E3-A3DD0AE95600}"/>
              </a:ext>
            </a:extLst>
          </p:cNvPr>
          <p:cNvSpPr txBox="1"/>
          <p:nvPr/>
        </p:nvSpPr>
        <p:spPr>
          <a:xfrm>
            <a:off x="8161338" y="4049713"/>
            <a:ext cx="967740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rgbClr val="00566C"/>
                </a:solidFill>
                <a:latin typeface="+mj-lt"/>
              </a:rPr>
              <a:t>average monthly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chemeClr val="accent2"/>
                </a:solidFill>
                <a:latin typeface="+mn-lt"/>
              </a:rPr>
              <a:t>2018</a:t>
            </a: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0D96BEE1-F4C0-5B5B-F34B-656D44E3F335}"/>
              </a:ext>
            </a:extLst>
          </p:cNvPr>
          <p:cNvCxnSpPr/>
          <p:nvPr/>
        </p:nvCxnSpPr>
        <p:spPr>
          <a:xfrm>
            <a:off x="7627938" y="389731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>
            <a:extLst>
              <a:ext uri="{FF2B5EF4-FFF2-40B4-BE49-F238E27FC236}">
                <a16:creationId xmlns:a16="http://schemas.microsoft.com/office/drawing/2014/main" id="{B3BA1805-5F06-26B6-AD4B-28B7DE390745}"/>
              </a:ext>
            </a:extLst>
          </p:cNvPr>
          <p:cNvSpPr txBox="1"/>
          <p:nvPr/>
        </p:nvSpPr>
        <p:spPr>
          <a:xfrm>
            <a:off x="2674938" y="3987800"/>
            <a:ext cx="441960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>
                <a:solidFill>
                  <a:schemeClr val="accent1"/>
                </a:solidFill>
                <a:latin typeface="+mj-lt"/>
              </a:rPr>
              <a:t>31.5%</a:t>
            </a: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E71ED9F7-0615-D94B-3FA6-335030EC9CAA}"/>
              </a:ext>
            </a:extLst>
          </p:cNvPr>
          <p:cNvSpPr txBox="1"/>
          <p:nvPr/>
        </p:nvSpPr>
        <p:spPr>
          <a:xfrm>
            <a:off x="8161338" y="6519863"/>
            <a:ext cx="967740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rgbClr val="00566C"/>
                </a:solidFill>
                <a:latin typeface="+mj-lt"/>
              </a:rPr>
              <a:t>average monthly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chemeClr val="accent2"/>
                </a:solidFill>
                <a:latin typeface="+mn-lt"/>
              </a:rPr>
              <a:t>2019</a:t>
            </a:r>
          </a:p>
        </p:txBody>
      </p:sp>
      <p:cxnSp>
        <p:nvCxnSpPr>
          <p:cNvPr id="11" name="Straight Connector 2">
            <a:extLst>
              <a:ext uri="{FF2B5EF4-FFF2-40B4-BE49-F238E27FC236}">
                <a16:creationId xmlns:a16="http://schemas.microsoft.com/office/drawing/2014/main" id="{05500EE1-53AD-C7A1-B1D2-4D65AF0184CD}"/>
              </a:ext>
            </a:extLst>
          </p:cNvPr>
          <p:cNvCxnSpPr/>
          <p:nvPr/>
        </p:nvCxnSpPr>
        <p:spPr>
          <a:xfrm>
            <a:off x="7627938" y="6365875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18C1ABE4-EDE3-3336-CFA9-9653188945F3}"/>
              </a:ext>
            </a:extLst>
          </p:cNvPr>
          <p:cNvSpPr txBox="1"/>
          <p:nvPr/>
        </p:nvSpPr>
        <p:spPr>
          <a:xfrm>
            <a:off x="2674938" y="6457950"/>
            <a:ext cx="441960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>
                <a:solidFill>
                  <a:schemeClr val="accent1"/>
                </a:solidFill>
                <a:latin typeface="+mj-lt"/>
              </a:rPr>
              <a:t>15.9%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5A2E-21EA-4CF3-DA10-2B6986D2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tabla</a:t>
            </a:r>
            <a:br>
              <a:rPr lang="es-ES_tradnl">
                <a:solidFill>
                  <a:schemeClr val="accent1"/>
                </a:solidFill>
              </a:rPr>
            </a:br>
            <a:r>
              <a:rPr lang="es-ES_tradnl" err="1">
                <a:solidFill>
                  <a:srgbClr val="00566C"/>
                </a:solidFill>
              </a:rPr>
              <a:t>layout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6B14AF9-1E8F-0CDF-88FC-EB7D9AEC0E76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2247900"/>
          <a:ext cx="14630400" cy="632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2015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2016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2017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2018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r>
                        <a:rPr lang="en-US" sz="2400" b="1" baseline="0">
                          <a:solidFill>
                            <a:srgbClr val="00566C"/>
                          </a:solidFill>
                        </a:rPr>
                        <a:t> here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r>
                        <a:rPr lang="en-US" sz="2400" b="1" baseline="0">
                          <a:solidFill>
                            <a:srgbClr val="00566C"/>
                          </a:solidFill>
                        </a:rPr>
                        <a:t> here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r>
                        <a:rPr lang="en-US" sz="2400" b="1" baseline="0">
                          <a:solidFill>
                            <a:srgbClr val="00566C"/>
                          </a:solidFill>
                        </a:rPr>
                        <a:t> here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row title</a:t>
                      </a:r>
                      <a:endParaRPr lang="uk-UA" sz="2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152.254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452.365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25.365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125.356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67" name="Slide Number Placeholder 2">
            <a:extLst>
              <a:ext uri="{FF2B5EF4-FFF2-40B4-BE49-F238E27FC236}">
                <a16:creationId xmlns:a16="http://schemas.microsoft.com/office/drawing/2014/main" id="{25E8E64E-2B25-8498-E42E-C76A3C919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CBBE2CE8-E55E-4A1E-BAD8-BD89860AFB98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7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7DB172-CECF-8AAC-CDA9-ECB67CD82136}"/>
              </a:ext>
            </a:extLst>
          </p:cNvPr>
          <p:cNvCxnSpPr>
            <a:endCxn id="18460" idx="7"/>
          </p:cNvCxnSpPr>
          <p:nvPr/>
        </p:nvCxnSpPr>
        <p:spPr>
          <a:xfrm flipH="1">
            <a:off x="1422400" y="5143500"/>
            <a:ext cx="15193963" cy="0"/>
          </a:xfrm>
          <a:prstGeom prst="line">
            <a:avLst/>
          </a:prstGeom>
          <a:ln w="25400">
            <a:solidFill>
              <a:schemeClr val="accent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7124B-ED40-7C55-399A-20770172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línea de tiempo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agenda</a:t>
            </a:r>
            <a:endParaRPr lang="es-ES_tradnl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2A3A84-53B2-7787-AA5E-F86BEDA58870}"/>
              </a:ext>
            </a:extLst>
          </p:cNvPr>
          <p:cNvSpPr/>
          <p:nvPr/>
        </p:nvSpPr>
        <p:spPr>
          <a:xfrm rot="10800000">
            <a:off x="33797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49A6A-B52E-A3D3-345C-ECB20835C975}"/>
              </a:ext>
            </a:extLst>
          </p:cNvPr>
          <p:cNvSpPr txBox="1"/>
          <p:nvPr/>
        </p:nvSpPr>
        <p:spPr>
          <a:xfrm>
            <a:off x="16986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3BCDDA-A673-122D-2D2B-5D9D46284AFB}"/>
              </a:ext>
            </a:extLst>
          </p:cNvPr>
          <p:cNvSpPr txBox="1"/>
          <p:nvPr/>
        </p:nvSpPr>
        <p:spPr>
          <a:xfrm>
            <a:off x="2805113" y="4002088"/>
            <a:ext cx="147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11:00</a:t>
            </a:r>
          </a:p>
        </p:txBody>
      </p:sp>
      <p:sp>
        <p:nvSpPr>
          <p:cNvPr id="18439" name="TextBox 23">
            <a:extLst>
              <a:ext uri="{FF2B5EF4-FFF2-40B4-BE49-F238E27FC236}">
                <a16:creationId xmlns:a16="http://schemas.microsoft.com/office/drawing/2014/main" id="{CCD0C67F-DB12-9F97-5AF9-031AD4C9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3" y="6319838"/>
            <a:ext cx="2624137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grpSp>
        <p:nvGrpSpPr>
          <p:cNvPr id="18440" name="Agrupar 6">
            <a:extLst>
              <a:ext uri="{FF2B5EF4-FFF2-40B4-BE49-F238E27FC236}">
                <a16:creationId xmlns:a16="http://schemas.microsoft.com/office/drawing/2014/main" id="{0D5C12CC-8541-8D18-1EE5-220DBC6523E2}"/>
              </a:ext>
            </a:extLst>
          </p:cNvPr>
          <p:cNvGrpSpPr>
            <a:grpSpLocks/>
          </p:cNvGrpSpPr>
          <p:nvPr/>
        </p:nvGrpSpPr>
        <p:grpSpPr bwMode="auto">
          <a:xfrm>
            <a:off x="16175038" y="4427538"/>
            <a:ext cx="1431925" cy="1431925"/>
            <a:chOff x="15344997" y="3967844"/>
            <a:chExt cx="2351314" cy="235131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325BB1-CEF8-3931-BAE5-60C12683B809}"/>
                </a:ext>
              </a:extLst>
            </p:cNvPr>
            <p:cNvSpPr/>
            <p:nvPr/>
          </p:nvSpPr>
          <p:spPr>
            <a:xfrm rot="10800000">
              <a:off x="15344997" y="3967844"/>
              <a:ext cx="2351314" cy="2351315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chemeClr val="tx1"/>
                </a:solidFill>
              </a:endParaRPr>
            </a:p>
          </p:txBody>
        </p:sp>
        <p:sp>
          <p:nvSpPr>
            <p:cNvPr id="18462" name="Freeform 427">
              <a:extLst>
                <a:ext uri="{FF2B5EF4-FFF2-40B4-BE49-F238E27FC236}">
                  <a16:creationId xmlns:a16="http://schemas.microsoft.com/office/drawing/2014/main" id="{190B8506-D54D-232C-B19F-EBD6DD07DE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97334" y="4472150"/>
              <a:ext cx="846498" cy="1342703"/>
            </a:xfrm>
            <a:custGeom>
              <a:avLst/>
              <a:gdLst>
                <a:gd name="T0" fmla="*/ 2147483646 w 112"/>
                <a:gd name="T1" fmla="*/ 0 h 176"/>
                <a:gd name="T2" fmla="*/ 228493996 w 112"/>
                <a:gd name="T3" fmla="*/ 0 h 176"/>
                <a:gd name="T4" fmla="*/ 0 w 112"/>
                <a:gd name="T5" fmla="*/ 232806391 h 176"/>
                <a:gd name="T6" fmla="*/ 0 w 112"/>
                <a:gd name="T7" fmla="*/ 2147483646 h 176"/>
                <a:gd name="T8" fmla="*/ 2147483646 w 112"/>
                <a:gd name="T9" fmla="*/ 2147483646 h 176"/>
                <a:gd name="T10" fmla="*/ 2147483646 w 112"/>
                <a:gd name="T11" fmla="*/ 2147483646 h 176"/>
                <a:gd name="T12" fmla="*/ 1142469979 w 112"/>
                <a:gd name="T13" fmla="*/ 2147483646 h 176"/>
                <a:gd name="T14" fmla="*/ 913975983 w 112"/>
                <a:gd name="T15" fmla="*/ 2147483646 h 176"/>
                <a:gd name="T16" fmla="*/ 1142469979 w 112"/>
                <a:gd name="T17" fmla="*/ 2147483646 h 176"/>
                <a:gd name="T18" fmla="*/ 2147483646 w 112"/>
                <a:gd name="T19" fmla="*/ 2147483646 h 176"/>
                <a:gd name="T20" fmla="*/ 2147483646 w 112"/>
                <a:gd name="T21" fmla="*/ 2147483646 h 176"/>
                <a:gd name="T22" fmla="*/ 2147483646 w 112"/>
                <a:gd name="T23" fmla="*/ 2147483646 h 176"/>
                <a:gd name="T24" fmla="*/ 2147483646 w 112"/>
                <a:gd name="T25" fmla="*/ 2147483646 h 176"/>
                <a:gd name="T26" fmla="*/ 2147483646 w 112"/>
                <a:gd name="T27" fmla="*/ 2147483646 h 176"/>
                <a:gd name="T28" fmla="*/ 2147483646 w 112"/>
                <a:gd name="T29" fmla="*/ 2147483646 h 176"/>
                <a:gd name="T30" fmla="*/ 2147483646 w 112"/>
                <a:gd name="T31" fmla="*/ 232806391 h 176"/>
                <a:gd name="T32" fmla="*/ 2147483646 w 112"/>
                <a:gd name="T33" fmla="*/ 0 h 176"/>
                <a:gd name="T34" fmla="*/ 2147483646 w 112"/>
                <a:gd name="T35" fmla="*/ 2147483646 h 176"/>
                <a:gd name="T36" fmla="*/ 2147483646 w 112"/>
                <a:gd name="T37" fmla="*/ 2147483646 h 176"/>
                <a:gd name="T38" fmla="*/ 456987992 w 112"/>
                <a:gd name="T39" fmla="*/ 2147483646 h 176"/>
                <a:gd name="T40" fmla="*/ 456987992 w 112"/>
                <a:gd name="T41" fmla="*/ 1746047930 h 176"/>
                <a:gd name="T42" fmla="*/ 1942206523 w 112"/>
                <a:gd name="T43" fmla="*/ 2095257516 h 176"/>
                <a:gd name="T44" fmla="*/ 2147483646 w 112"/>
                <a:gd name="T45" fmla="*/ 2147483646 h 176"/>
                <a:gd name="T46" fmla="*/ 2147483646 w 112"/>
                <a:gd name="T47" fmla="*/ 2147483646 h 176"/>
                <a:gd name="T48" fmla="*/ 2147483646 w 112"/>
                <a:gd name="T49" fmla="*/ 1978854320 h 176"/>
                <a:gd name="T50" fmla="*/ 2147483646 w 112"/>
                <a:gd name="T51" fmla="*/ 2147483646 h 176"/>
                <a:gd name="T52" fmla="*/ 2147483646 w 112"/>
                <a:gd name="T53" fmla="*/ 1338636746 h 176"/>
                <a:gd name="T54" fmla="*/ 2147483646 w 112"/>
                <a:gd name="T55" fmla="*/ 2147483646 h 176"/>
                <a:gd name="T56" fmla="*/ 2147483646 w 112"/>
                <a:gd name="T57" fmla="*/ 1687846332 h 176"/>
                <a:gd name="T58" fmla="*/ 456987992 w 112"/>
                <a:gd name="T59" fmla="*/ 1280435148 h 176"/>
                <a:gd name="T60" fmla="*/ 456987992 w 112"/>
                <a:gd name="T61" fmla="*/ 465612781 h 176"/>
                <a:gd name="T62" fmla="*/ 2147483646 w 112"/>
                <a:gd name="T63" fmla="*/ 465612781 h 176"/>
                <a:gd name="T64" fmla="*/ 2147483646 w 112"/>
                <a:gd name="T65" fmla="*/ 1338636746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176">
                  <a:moveTo>
                    <a:pt x="10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78"/>
                    <a:pt x="23" y="102"/>
                    <a:pt x="52" y="104"/>
                  </a:cubicBezTo>
                  <a:cubicBezTo>
                    <a:pt x="52" y="168"/>
                    <a:pt x="52" y="168"/>
                    <a:pt x="52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8"/>
                    <a:pt x="16" y="170"/>
                    <a:pt x="16" y="172"/>
                  </a:cubicBezTo>
                  <a:cubicBezTo>
                    <a:pt x="16" y="174"/>
                    <a:pt x="18" y="176"/>
                    <a:pt x="20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4" y="176"/>
                    <a:pt x="96" y="174"/>
                    <a:pt x="96" y="172"/>
                  </a:cubicBezTo>
                  <a:cubicBezTo>
                    <a:pt x="96" y="170"/>
                    <a:pt x="94" y="168"/>
                    <a:pt x="92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89" y="102"/>
                    <a:pt x="112" y="78"/>
                    <a:pt x="112" y="48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2"/>
                    <a:pt x="110" y="0"/>
                    <a:pt x="108" y="0"/>
                  </a:cubicBezTo>
                  <a:moveTo>
                    <a:pt x="104" y="48"/>
                  </a:moveTo>
                  <a:cubicBezTo>
                    <a:pt x="104" y="75"/>
                    <a:pt x="83" y="96"/>
                    <a:pt x="56" y="96"/>
                  </a:cubicBezTo>
                  <a:cubicBezTo>
                    <a:pt x="29" y="96"/>
                    <a:pt x="8" y="75"/>
                    <a:pt x="8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9" y="29"/>
                    <a:pt x="25" y="31"/>
                    <a:pt x="34" y="36"/>
                  </a:cubicBezTo>
                  <a:cubicBezTo>
                    <a:pt x="40" y="39"/>
                    <a:pt x="47" y="43"/>
                    <a:pt x="58" y="46"/>
                  </a:cubicBezTo>
                  <a:cubicBezTo>
                    <a:pt x="62" y="47"/>
                    <a:pt x="65" y="48"/>
                    <a:pt x="69" y="48"/>
                  </a:cubicBezTo>
                  <a:cubicBezTo>
                    <a:pt x="84" y="48"/>
                    <a:pt x="97" y="40"/>
                    <a:pt x="104" y="34"/>
                  </a:cubicBezTo>
                  <a:lnTo>
                    <a:pt x="104" y="48"/>
                  </a:lnTo>
                  <a:close/>
                  <a:moveTo>
                    <a:pt x="104" y="23"/>
                  </a:moveTo>
                  <a:cubicBezTo>
                    <a:pt x="103" y="24"/>
                    <a:pt x="81" y="45"/>
                    <a:pt x="60" y="38"/>
                  </a:cubicBezTo>
                  <a:cubicBezTo>
                    <a:pt x="50" y="35"/>
                    <a:pt x="44" y="32"/>
                    <a:pt x="38" y="29"/>
                  </a:cubicBezTo>
                  <a:cubicBezTo>
                    <a:pt x="28" y="24"/>
                    <a:pt x="21" y="20"/>
                    <a:pt x="8" y="2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4" y="8"/>
                    <a:pt x="104" y="8"/>
                    <a:pt x="104" y="8"/>
                  </a:cubicBezTo>
                  <a:lnTo>
                    <a:pt x="104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8" tIns="45713" rIns="91428" bIns="45713"/>
            <a:lstStyle/>
            <a:p>
              <a:endParaRPr lang="es-ES"/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10E6340E-0AC0-F548-F7B8-32836BEEB50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427538"/>
            <a:ext cx="1433513" cy="1431925"/>
            <a:chOff x="2424793" y="4005943"/>
            <a:chExt cx="2351314" cy="2351314"/>
          </a:xfrm>
        </p:grpSpPr>
        <p:sp>
          <p:nvSpPr>
            <p:cNvPr id="21" name="Oval 3">
              <a:extLst>
                <a:ext uri="{FF2B5EF4-FFF2-40B4-BE49-F238E27FC236}">
                  <a16:creationId xmlns:a16="http://schemas.microsoft.com/office/drawing/2014/main" id="{9F182C16-2BD6-5D89-672D-FF68CF1EBB34}"/>
                </a:ext>
              </a:extLst>
            </p:cNvPr>
            <p:cNvSpPr/>
            <p:nvPr/>
          </p:nvSpPr>
          <p:spPr>
            <a:xfrm>
              <a:off x="2424793" y="4005943"/>
              <a:ext cx="2351314" cy="2351314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sz="2800">
                <a:solidFill>
                  <a:schemeClr val="tx1"/>
                </a:solidFill>
              </a:endParaRPr>
            </a:p>
          </p:txBody>
        </p:sp>
        <p:sp>
          <p:nvSpPr>
            <p:cNvPr id="18460" name="Freeform 450">
              <a:extLst>
                <a:ext uri="{FF2B5EF4-FFF2-40B4-BE49-F238E27FC236}">
                  <a16:creationId xmlns:a16="http://schemas.microsoft.com/office/drawing/2014/main" id="{A2BD45D0-1983-1271-D668-A58BAD1BEB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5150" y="4686300"/>
              <a:ext cx="990600" cy="990600"/>
            </a:xfrm>
            <a:custGeom>
              <a:avLst/>
              <a:gdLst>
                <a:gd name="T0" fmla="*/ 2147483646 w 176"/>
                <a:gd name="T1" fmla="*/ 2147483646 h 176"/>
                <a:gd name="T2" fmla="*/ 2147483646 w 176"/>
                <a:gd name="T3" fmla="*/ 2027454266 h 176"/>
                <a:gd name="T4" fmla="*/ 2147483646 w 176"/>
                <a:gd name="T5" fmla="*/ 2147483646 h 176"/>
                <a:gd name="T6" fmla="*/ 2147483646 w 176"/>
                <a:gd name="T7" fmla="*/ 1774023890 h 176"/>
                <a:gd name="T8" fmla="*/ 2147483646 w 176"/>
                <a:gd name="T9" fmla="*/ 1647305888 h 176"/>
                <a:gd name="T10" fmla="*/ 2147483646 w 176"/>
                <a:gd name="T11" fmla="*/ 1520593514 h 176"/>
                <a:gd name="T12" fmla="*/ 2147483646 w 176"/>
                <a:gd name="T13" fmla="*/ 1774023890 h 176"/>
                <a:gd name="T14" fmla="*/ 2147483646 w 176"/>
                <a:gd name="T15" fmla="*/ 2147483646 h 176"/>
                <a:gd name="T16" fmla="*/ 2147483646 w 176"/>
                <a:gd name="T17" fmla="*/ 2147483646 h 176"/>
                <a:gd name="T18" fmla="*/ 2147483646 w 176"/>
                <a:gd name="T19" fmla="*/ 2147483646 h 176"/>
                <a:gd name="T20" fmla="*/ 1267157509 w 176"/>
                <a:gd name="T21" fmla="*/ 2147483646 h 176"/>
                <a:gd name="T22" fmla="*/ 2147483646 w 176"/>
                <a:gd name="T23" fmla="*/ 2147483646 h 176"/>
                <a:gd name="T24" fmla="*/ 2147483646 w 176"/>
                <a:gd name="T25" fmla="*/ 1520593514 h 176"/>
                <a:gd name="T26" fmla="*/ 1013727133 w 176"/>
                <a:gd name="T27" fmla="*/ 1774023890 h 176"/>
                <a:gd name="T28" fmla="*/ 1267157509 w 176"/>
                <a:gd name="T29" fmla="*/ 2147483646 h 176"/>
                <a:gd name="T30" fmla="*/ 2147483646 w 176"/>
                <a:gd name="T31" fmla="*/ 1774023890 h 176"/>
                <a:gd name="T32" fmla="*/ 1267157509 w 176"/>
                <a:gd name="T33" fmla="*/ 2147483646 h 176"/>
                <a:gd name="T34" fmla="*/ 2147483646 w 176"/>
                <a:gd name="T35" fmla="*/ 2147483646 h 176"/>
                <a:gd name="T36" fmla="*/ 2147483646 w 176"/>
                <a:gd name="T37" fmla="*/ 2147483646 h 176"/>
                <a:gd name="T38" fmla="*/ 2147483646 w 176"/>
                <a:gd name="T39" fmla="*/ 2147483646 h 176"/>
                <a:gd name="T40" fmla="*/ 2147483646 w 176"/>
                <a:gd name="T41" fmla="*/ 2147483646 h 176"/>
                <a:gd name="T42" fmla="*/ 2147483646 w 176"/>
                <a:gd name="T43" fmla="*/ 253430376 h 176"/>
                <a:gd name="T44" fmla="*/ 2147483646 w 176"/>
                <a:gd name="T45" fmla="*/ 253430376 h 176"/>
                <a:gd name="T46" fmla="*/ 0 w 176"/>
                <a:gd name="T47" fmla="*/ 506866381 h 176"/>
                <a:gd name="T48" fmla="*/ 253430376 w 176"/>
                <a:gd name="T49" fmla="*/ 1013727133 h 176"/>
                <a:gd name="T50" fmla="*/ 506866381 w 176"/>
                <a:gd name="T51" fmla="*/ 2147483646 h 176"/>
                <a:gd name="T52" fmla="*/ 2147483646 w 176"/>
                <a:gd name="T53" fmla="*/ 2147483646 h 176"/>
                <a:gd name="T54" fmla="*/ 1900741892 w 176"/>
                <a:gd name="T55" fmla="*/ 2147483646 h 176"/>
                <a:gd name="T56" fmla="*/ 2122489953 w 176"/>
                <a:gd name="T57" fmla="*/ 2147483646 h 176"/>
                <a:gd name="T58" fmla="*/ 2147483646 w 176"/>
                <a:gd name="T59" fmla="*/ 2147483646 h 176"/>
                <a:gd name="T60" fmla="*/ 2147483646 w 176"/>
                <a:gd name="T61" fmla="*/ 2147483646 h 176"/>
                <a:gd name="T62" fmla="*/ 2147483646 w 176"/>
                <a:gd name="T63" fmla="*/ 2147483646 h 176"/>
                <a:gd name="T64" fmla="*/ 2147483646 w 176"/>
                <a:gd name="T65" fmla="*/ 2147483646 h 176"/>
                <a:gd name="T66" fmla="*/ 2147483646 w 176"/>
                <a:gd name="T67" fmla="*/ 1013727133 h 176"/>
                <a:gd name="T68" fmla="*/ 2147483646 w 176"/>
                <a:gd name="T69" fmla="*/ 506866381 h 176"/>
                <a:gd name="T70" fmla="*/ 2147483646 w 176"/>
                <a:gd name="T71" fmla="*/ 2147483646 h 176"/>
                <a:gd name="T72" fmla="*/ 506866381 w 176"/>
                <a:gd name="T73" fmla="*/ 1013727133 h 176"/>
                <a:gd name="T74" fmla="*/ 2147483646 w 176"/>
                <a:gd name="T75" fmla="*/ 2147483646 h 176"/>
                <a:gd name="T76" fmla="*/ 253430376 w 176"/>
                <a:gd name="T77" fmla="*/ 760296757 h 176"/>
                <a:gd name="T78" fmla="*/ 2147483646 w 176"/>
                <a:gd name="T79" fmla="*/ 506866381 h 1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76" h="176">
                  <a:moveTo>
                    <a:pt x="100" y="72"/>
                  </a:moveTo>
                  <a:cubicBezTo>
                    <a:pt x="140" y="72"/>
                    <a:pt x="140" y="72"/>
                    <a:pt x="140" y="72"/>
                  </a:cubicBezTo>
                  <a:cubicBezTo>
                    <a:pt x="142" y="72"/>
                    <a:pt x="144" y="70"/>
                    <a:pt x="144" y="68"/>
                  </a:cubicBezTo>
                  <a:cubicBezTo>
                    <a:pt x="144" y="66"/>
                    <a:pt x="142" y="64"/>
                    <a:pt x="14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8" y="64"/>
                    <a:pt x="96" y="66"/>
                    <a:pt x="96" y="68"/>
                  </a:cubicBezTo>
                  <a:cubicBezTo>
                    <a:pt x="96" y="70"/>
                    <a:pt x="98" y="72"/>
                    <a:pt x="100" y="72"/>
                  </a:cubicBezTo>
                  <a:moveTo>
                    <a:pt x="100" y="56"/>
                  </a:moveTo>
                  <a:cubicBezTo>
                    <a:pt x="124" y="56"/>
                    <a:pt x="124" y="56"/>
                    <a:pt x="124" y="56"/>
                  </a:cubicBezTo>
                  <a:cubicBezTo>
                    <a:pt x="126" y="56"/>
                    <a:pt x="128" y="54"/>
                    <a:pt x="128" y="52"/>
                  </a:cubicBezTo>
                  <a:cubicBezTo>
                    <a:pt x="128" y="50"/>
                    <a:pt x="126" y="48"/>
                    <a:pt x="12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98" y="48"/>
                    <a:pt x="96" y="50"/>
                    <a:pt x="96" y="52"/>
                  </a:cubicBezTo>
                  <a:cubicBezTo>
                    <a:pt x="96" y="54"/>
                    <a:pt x="98" y="56"/>
                    <a:pt x="100" y="56"/>
                  </a:cubicBezTo>
                  <a:moveTo>
                    <a:pt x="100" y="88"/>
                  </a:moveTo>
                  <a:cubicBezTo>
                    <a:pt x="116" y="88"/>
                    <a:pt x="116" y="88"/>
                    <a:pt x="116" y="88"/>
                  </a:cubicBezTo>
                  <a:cubicBezTo>
                    <a:pt x="118" y="88"/>
                    <a:pt x="120" y="86"/>
                    <a:pt x="120" y="84"/>
                  </a:cubicBezTo>
                  <a:cubicBezTo>
                    <a:pt x="120" y="82"/>
                    <a:pt x="118" y="80"/>
                    <a:pt x="116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8" y="80"/>
                    <a:pt x="96" y="82"/>
                    <a:pt x="96" y="84"/>
                  </a:cubicBezTo>
                  <a:cubicBezTo>
                    <a:pt x="96" y="86"/>
                    <a:pt x="98" y="88"/>
                    <a:pt x="100" y="88"/>
                  </a:cubicBezTo>
                  <a:moveTo>
                    <a:pt x="40" y="104"/>
                  </a:moveTo>
                  <a:cubicBezTo>
                    <a:pt x="72" y="104"/>
                    <a:pt x="72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2"/>
                    <a:pt x="76" y="48"/>
                    <a:pt x="72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6" y="48"/>
                    <a:pt x="32" y="52"/>
                    <a:pt x="32" y="5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100"/>
                    <a:pt x="36" y="104"/>
                    <a:pt x="40" y="104"/>
                  </a:cubicBezTo>
                  <a:moveTo>
                    <a:pt x="40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40" y="56"/>
                  </a:lnTo>
                  <a:close/>
                  <a:moveTo>
                    <a:pt x="100" y="104"/>
                  </a:moveTo>
                  <a:cubicBezTo>
                    <a:pt x="140" y="104"/>
                    <a:pt x="140" y="104"/>
                    <a:pt x="140" y="104"/>
                  </a:cubicBezTo>
                  <a:cubicBezTo>
                    <a:pt x="142" y="104"/>
                    <a:pt x="144" y="102"/>
                    <a:pt x="144" y="100"/>
                  </a:cubicBezTo>
                  <a:cubicBezTo>
                    <a:pt x="144" y="98"/>
                    <a:pt x="142" y="96"/>
                    <a:pt x="140" y="9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98" y="96"/>
                    <a:pt x="96" y="98"/>
                    <a:pt x="96" y="100"/>
                  </a:cubicBezTo>
                  <a:cubicBezTo>
                    <a:pt x="96" y="102"/>
                    <a:pt x="98" y="104"/>
                    <a:pt x="100" y="104"/>
                  </a:cubicBezTo>
                  <a:moveTo>
                    <a:pt x="168" y="8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4" y="0"/>
                    <a:pt x="80" y="4"/>
                    <a:pt x="8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32"/>
                    <a:pt x="12" y="136"/>
                    <a:pt x="16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61" y="169"/>
                    <a:pt x="61" y="169"/>
                    <a:pt x="61" y="169"/>
                  </a:cubicBezTo>
                  <a:cubicBezTo>
                    <a:pt x="60" y="170"/>
                    <a:pt x="60" y="171"/>
                    <a:pt x="60" y="172"/>
                  </a:cubicBezTo>
                  <a:cubicBezTo>
                    <a:pt x="60" y="174"/>
                    <a:pt x="62" y="176"/>
                    <a:pt x="64" y="176"/>
                  </a:cubicBezTo>
                  <a:cubicBezTo>
                    <a:pt x="65" y="176"/>
                    <a:pt x="66" y="176"/>
                    <a:pt x="67" y="17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10" y="176"/>
                    <a:pt x="111" y="176"/>
                    <a:pt x="112" y="176"/>
                  </a:cubicBezTo>
                  <a:cubicBezTo>
                    <a:pt x="114" y="176"/>
                    <a:pt x="116" y="174"/>
                    <a:pt x="116" y="172"/>
                  </a:cubicBezTo>
                  <a:cubicBezTo>
                    <a:pt x="116" y="171"/>
                    <a:pt x="116" y="170"/>
                    <a:pt x="115" y="169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8" y="132"/>
                    <a:pt x="168" y="128"/>
                  </a:cubicBezTo>
                  <a:cubicBezTo>
                    <a:pt x="168" y="32"/>
                    <a:pt x="168" y="32"/>
                    <a:pt x="168" y="32"/>
                  </a:cubicBezTo>
                  <a:cubicBezTo>
                    <a:pt x="172" y="32"/>
                    <a:pt x="176" y="28"/>
                    <a:pt x="176" y="24"/>
                  </a:cubicBezTo>
                  <a:cubicBezTo>
                    <a:pt x="176" y="16"/>
                    <a:pt x="176" y="16"/>
                    <a:pt x="176" y="16"/>
                  </a:cubicBezTo>
                  <a:cubicBezTo>
                    <a:pt x="176" y="12"/>
                    <a:pt x="172" y="8"/>
                    <a:pt x="168" y="8"/>
                  </a:cubicBezTo>
                  <a:moveTo>
                    <a:pt x="160" y="128"/>
                  </a:moveTo>
                  <a:cubicBezTo>
                    <a:pt x="16" y="128"/>
                    <a:pt x="16" y="128"/>
                    <a:pt x="16" y="12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0" y="32"/>
                    <a:pt x="160" y="32"/>
                    <a:pt x="160" y="32"/>
                  </a:cubicBezTo>
                  <a:lnTo>
                    <a:pt x="160" y="128"/>
                  </a:lnTo>
                  <a:close/>
                  <a:moveTo>
                    <a:pt x="16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68" y="16"/>
                    <a:pt x="168" y="16"/>
                    <a:pt x="168" y="16"/>
                  </a:cubicBezTo>
                  <a:lnTo>
                    <a:pt x="168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7" name="Oval 12">
            <a:extLst>
              <a:ext uri="{FF2B5EF4-FFF2-40B4-BE49-F238E27FC236}">
                <a16:creationId xmlns:a16="http://schemas.microsoft.com/office/drawing/2014/main" id="{E09458CD-86D3-A135-999C-B9892CD64DD3}"/>
              </a:ext>
            </a:extLst>
          </p:cNvPr>
          <p:cNvSpPr/>
          <p:nvPr/>
        </p:nvSpPr>
        <p:spPr>
          <a:xfrm rot="10800000">
            <a:off x="61483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D76AB95A-7FCC-5893-6EFA-699FAFB33DC5}"/>
              </a:ext>
            </a:extLst>
          </p:cNvPr>
          <p:cNvSpPr txBox="1"/>
          <p:nvPr/>
        </p:nvSpPr>
        <p:spPr>
          <a:xfrm>
            <a:off x="44672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2D476CE3-159C-4F37-3D97-07BE0ABFB23E}"/>
              </a:ext>
            </a:extLst>
          </p:cNvPr>
          <p:cNvSpPr txBox="1"/>
          <p:nvPr/>
        </p:nvSpPr>
        <p:spPr>
          <a:xfrm>
            <a:off x="5575300" y="4002088"/>
            <a:ext cx="1471613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12:00</a:t>
            </a:r>
          </a:p>
        </p:txBody>
      </p:sp>
      <p:sp>
        <p:nvSpPr>
          <p:cNvPr id="18445" name="TextBox 23">
            <a:extLst>
              <a:ext uri="{FF2B5EF4-FFF2-40B4-BE49-F238E27FC236}">
                <a16:creationId xmlns:a16="http://schemas.microsoft.com/office/drawing/2014/main" id="{FD2D5A23-2A43-542B-A74E-9FC5AF55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6319838"/>
            <a:ext cx="2624138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51" name="Oval 12">
            <a:extLst>
              <a:ext uri="{FF2B5EF4-FFF2-40B4-BE49-F238E27FC236}">
                <a16:creationId xmlns:a16="http://schemas.microsoft.com/office/drawing/2014/main" id="{13B4EB0F-E62F-B798-1B70-988BE8D222BF}"/>
              </a:ext>
            </a:extLst>
          </p:cNvPr>
          <p:cNvSpPr/>
          <p:nvPr/>
        </p:nvSpPr>
        <p:spPr>
          <a:xfrm rot="10800000">
            <a:off x="8953500" y="4964113"/>
            <a:ext cx="360363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2" name="TextBox 21">
            <a:extLst>
              <a:ext uri="{FF2B5EF4-FFF2-40B4-BE49-F238E27FC236}">
                <a16:creationId xmlns:a16="http://schemas.microsoft.com/office/drawing/2014/main" id="{127ECD8D-0EA1-106A-DA36-EC61F14C1755}"/>
              </a:ext>
            </a:extLst>
          </p:cNvPr>
          <p:cNvSpPr txBox="1"/>
          <p:nvPr/>
        </p:nvSpPr>
        <p:spPr>
          <a:xfrm>
            <a:off x="727233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9AAB39B7-6114-5645-3575-AC48C86AC398}"/>
              </a:ext>
            </a:extLst>
          </p:cNvPr>
          <p:cNvSpPr txBox="1"/>
          <p:nvPr/>
        </p:nvSpPr>
        <p:spPr>
          <a:xfrm>
            <a:off x="8380413" y="4002088"/>
            <a:ext cx="14716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13:00</a:t>
            </a:r>
          </a:p>
        </p:txBody>
      </p:sp>
      <p:sp>
        <p:nvSpPr>
          <p:cNvPr id="18449" name="TextBox 23">
            <a:extLst>
              <a:ext uri="{FF2B5EF4-FFF2-40B4-BE49-F238E27FC236}">
                <a16:creationId xmlns:a16="http://schemas.microsoft.com/office/drawing/2014/main" id="{0C60BE6C-CFD1-1747-E2FD-E446646B0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2413" y="6319838"/>
            <a:ext cx="262255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55" name="Oval 12">
            <a:extLst>
              <a:ext uri="{FF2B5EF4-FFF2-40B4-BE49-F238E27FC236}">
                <a16:creationId xmlns:a16="http://schemas.microsoft.com/office/drawing/2014/main" id="{6B880D74-FA87-3351-7134-91AF0EB9EDC1}"/>
              </a:ext>
            </a:extLst>
          </p:cNvPr>
          <p:cNvSpPr/>
          <p:nvPr/>
        </p:nvSpPr>
        <p:spPr>
          <a:xfrm rot="10800000">
            <a:off x="11882438" y="4964113"/>
            <a:ext cx="358775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0C099793-693D-81CC-640B-DEF6DB466FAE}"/>
              </a:ext>
            </a:extLst>
          </p:cNvPr>
          <p:cNvSpPr txBox="1"/>
          <p:nvPr/>
        </p:nvSpPr>
        <p:spPr>
          <a:xfrm>
            <a:off x="1019968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5CF1DE34-A912-1807-EE73-6539EA97A326}"/>
              </a:ext>
            </a:extLst>
          </p:cNvPr>
          <p:cNvSpPr txBox="1"/>
          <p:nvPr/>
        </p:nvSpPr>
        <p:spPr>
          <a:xfrm>
            <a:off x="11307763" y="4002088"/>
            <a:ext cx="147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14:00</a:t>
            </a:r>
          </a:p>
        </p:txBody>
      </p:sp>
      <p:sp>
        <p:nvSpPr>
          <p:cNvPr id="18453" name="TextBox 23">
            <a:extLst>
              <a:ext uri="{FF2B5EF4-FFF2-40B4-BE49-F238E27FC236}">
                <a16:creationId xmlns:a16="http://schemas.microsoft.com/office/drawing/2014/main" id="{6E02662E-5C3A-8B3D-E23D-BE7778DFA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9763" y="6319838"/>
            <a:ext cx="2624137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59" name="Oval 12">
            <a:extLst>
              <a:ext uri="{FF2B5EF4-FFF2-40B4-BE49-F238E27FC236}">
                <a16:creationId xmlns:a16="http://schemas.microsoft.com/office/drawing/2014/main" id="{7ED5B202-DBA8-2210-EE2A-0D63540AB6E6}"/>
              </a:ext>
            </a:extLst>
          </p:cNvPr>
          <p:cNvSpPr/>
          <p:nvPr/>
        </p:nvSpPr>
        <p:spPr>
          <a:xfrm rot="10800000">
            <a:off x="1456213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60" name="TextBox 21">
            <a:extLst>
              <a:ext uri="{FF2B5EF4-FFF2-40B4-BE49-F238E27FC236}">
                <a16:creationId xmlns:a16="http://schemas.microsoft.com/office/drawing/2014/main" id="{7A5631F2-70E7-9B3A-C6EE-A0F7A05E19BB}"/>
              </a:ext>
            </a:extLst>
          </p:cNvPr>
          <p:cNvSpPr txBox="1"/>
          <p:nvPr/>
        </p:nvSpPr>
        <p:spPr>
          <a:xfrm>
            <a:off x="1288097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80F8578E-4DE8-BADD-7877-18D10A23760D}"/>
              </a:ext>
            </a:extLst>
          </p:cNvPr>
          <p:cNvSpPr txBox="1"/>
          <p:nvPr/>
        </p:nvSpPr>
        <p:spPr>
          <a:xfrm>
            <a:off x="13989050" y="4002088"/>
            <a:ext cx="147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15:00</a:t>
            </a:r>
          </a:p>
        </p:txBody>
      </p:sp>
      <p:sp>
        <p:nvSpPr>
          <p:cNvPr id="18457" name="TextBox 23">
            <a:extLst>
              <a:ext uri="{FF2B5EF4-FFF2-40B4-BE49-F238E27FC236}">
                <a16:creationId xmlns:a16="http://schemas.microsoft.com/office/drawing/2014/main" id="{21811AC3-0759-C3E9-858B-CF393BD36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1050" y="6319838"/>
            <a:ext cx="2624138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8458" name="Slide Number Placeholder 2">
            <a:extLst>
              <a:ext uri="{FF2B5EF4-FFF2-40B4-BE49-F238E27FC236}">
                <a16:creationId xmlns:a16="http://schemas.microsoft.com/office/drawing/2014/main" id="{AA3A95BA-BC71-594E-0229-ECB16ADE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B87A44B9-8C49-42F0-9E9B-7AD66CADFE0C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8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25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19D5D-74BE-66A6-5C8F-5977E50CF0F8}"/>
              </a:ext>
            </a:extLst>
          </p:cNvPr>
          <p:cNvSpPr txBox="1"/>
          <p:nvPr/>
        </p:nvSpPr>
        <p:spPr>
          <a:xfrm>
            <a:off x="5981700" y="4589463"/>
            <a:ext cx="632460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>
                <a:solidFill>
                  <a:schemeClr val="accent1"/>
                </a:solidFill>
                <a:latin typeface="+mn-lt"/>
                <a:ea typeface="Lato Semibold" panose="020F0502020204030203" pitchFamily="34" charset="0"/>
                <a:cs typeface="Lato Semibold" panose="020F0502020204030203" pitchFamily="34" charset="0"/>
              </a:rPr>
              <a:t>muchas </a:t>
            </a:r>
            <a:r>
              <a:rPr lang="es-ES_tradnl" sz="6600" b="1">
                <a:solidFill>
                  <a:schemeClr val="accent5"/>
                </a:solidFill>
                <a:latin typeface="+mn-lt"/>
                <a:ea typeface="Lato Semibold" panose="020F0502020204030203" pitchFamily="34" charset="0"/>
                <a:cs typeface="Lato Semibold" panose="020F0502020204030203" pitchFamily="34" charset="0"/>
              </a:rPr>
              <a:t>gracias.</a:t>
            </a:r>
          </a:p>
        </p:txBody>
      </p:sp>
      <p:grpSp>
        <p:nvGrpSpPr>
          <p:cNvPr id="19459" name="Group 3">
            <a:extLst>
              <a:ext uri="{FF2B5EF4-FFF2-40B4-BE49-F238E27FC236}">
                <a16:creationId xmlns:a16="http://schemas.microsoft.com/office/drawing/2014/main" id="{F9E9BE56-378A-A153-3A7F-712992E35640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52DF468-8061-E5F0-36F1-C670E62F8B24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AA47A02-A474-22CD-0318-D1E5A23FDECF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0" name="Group 7">
            <a:extLst>
              <a:ext uri="{FF2B5EF4-FFF2-40B4-BE49-F238E27FC236}">
                <a16:creationId xmlns:a16="http://schemas.microsoft.com/office/drawing/2014/main" id="{06FC41CE-F358-BB4B-9AE8-0ADFA7B2749F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76379C-332C-9CFE-80AF-619497BFC6A5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9BB3E7D-68AB-7A4E-54BD-C6898F8102DF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641D53AFA44C4586F98D7AE1D9A3AF" ma:contentTypeVersion="16" ma:contentTypeDescription="Crear nuevo documento." ma:contentTypeScope="" ma:versionID="286564bc6bf68c6eafa02f5dde6566f0">
  <xsd:schema xmlns:xsd="http://www.w3.org/2001/XMLSchema" xmlns:xs="http://www.w3.org/2001/XMLSchema" xmlns:p="http://schemas.microsoft.com/office/2006/metadata/properties" xmlns:ns2="e60aaecf-dcc9-4b4d-b8d3-6f535706e675" xmlns:ns3="9d8037ad-0958-49ab-9028-649901420767" targetNamespace="http://schemas.microsoft.com/office/2006/metadata/properties" ma:root="true" ma:fieldsID="78122d2d7620a6931ab43f698b07fd2c" ns2:_="" ns3:_="">
    <xsd:import namespace="e60aaecf-dcc9-4b4d-b8d3-6f535706e675"/>
    <xsd:import namespace="9d8037ad-0958-49ab-9028-649901420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aaecf-dcc9-4b4d-b8d3-6f535706e6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037ad-0958-49ab-9028-649901420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cef7ac9-eda8-4c71-a08b-e45e01573a54}" ma:internalName="TaxCatchAll" ma:showField="CatchAllData" ma:web="9d8037ad-0958-49ab-9028-649901420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0aaecf-dcc9-4b4d-b8d3-6f535706e675">
      <Terms xmlns="http://schemas.microsoft.com/office/infopath/2007/PartnerControls"/>
    </lcf76f155ced4ddcb4097134ff3c332f>
    <TaxCatchAll xmlns="9d8037ad-0958-49ab-9028-649901420767" xsi:nil="true"/>
  </documentManagement>
</p:properties>
</file>

<file path=customXml/itemProps1.xml><?xml version="1.0" encoding="utf-8"?>
<ds:datastoreItem xmlns:ds="http://schemas.openxmlformats.org/officeDocument/2006/customXml" ds:itemID="{75E3697D-B122-4AD9-B23B-93B4C6106083}"/>
</file>

<file path=customXml/itemProps2.xml><?xml version="1.0" encoding="utf-8"?>
<ds:datastoreItem xmlns:ds="http://schemas.openxmlformats.org/officeDocument/2006/customXml" ds:itemID="{BA110C50-9D6E-492A-BD44-170BEC25D3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61AFDB-5B1F-4FAF-A547-89ADE1EE951F}">
  <ds:schemaRefs>
    <ds:schemaRef ds:uri="http://purl.org/dc/elements/1.1/"/>
    <ds:schemaRef ds:uri="a6642f6d-5081-4791-b9e2-ba520a08f6f9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a878932-0fea-4e49-8237-6613bb282416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15070</TotalTime>
  <Words>612</Words>
  <Application>Microsoft Office PowerPoint</Application>
  <PresentationFormat>Personalizado</PresentationFormat>
  <Paragraphs>129</Paragraphs>
  <Slides>9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2" baseType="lpstr">
      <vt:lpstr>Franklin Gothic Book</vt:lpstr>
      <vt:lpstr>Arial</vt:lpstr>
      <vt:lpstr>Franklin Gothic Medium</vt:lpstr>
      <vt:lpstr>Lucida Grande</vt:lpstr>
      <vt:lpstr>Courier New</vt:lpstr>
      <vt:lpstr>Wingdings</vt:lpstr>
      <vt:lpstr>Calibri</vt:lpstr>
      <vt:lpstr>Roboto Black</vt:lpstr>
      <vt:lpstr>Roboto Condensed</vt:lpstr>
      <vt:lpstr>Lato Semibold</vt:lpstr>
      <vt:lpstr>TEAM SLIDES</vt:lpstr>
      <vt:lpstr>1_TEAM SLIDES</vt:lpstr>
      <vt:lpstr>Gráfico de Microsoft Excel</vt:lpstr>
      <vt:lpstr>Presentación de PowerPoint</vt:lpstr>
      <vt:lpstr>Presentación de PowerPoint</vt:lpstr>
      <vt:lpstr>Apartado 01 Nombre del apartado</vt:lpstr>
      <vt:lpstr>listas con iconos DAFO</vt:lpstr>
      <vt:lpstr>gráfico layout</vt:lpstr>
      <vt:lpstr>Presentación de PowerPoint</vt:lpstr>
      <vt:lpstr>tabla layout</vt:lpstr>
      <vt:lpstr>línea de tiempo agenda</vt:lpstr>
      <vt:lpstr>Presentación de PowerPoint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Carmelo Ajuria Prado</cp:lastModifiedBy>
  <cp:revision>1290</cp:revision>
  <dcterms:created xsi:type="dcterms:W3CDTF">2015-01-20T11:47:48Z</dcterms:created>
  <dcterms:modified xsi:type="dcterms:W3CDTF">2022-06-03T07:35:41Z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0x0101008B641D53AFA44C4586F98D7AE1D9A3AF</vt:lpwstr>
  </property>
</Properties>
</file>